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FFFFFF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FFFFFF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FFFFFF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FFFFFF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FFFFFF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FFFFFF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FFFFFF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FFFFFF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FFFFFF"/>
        </a:solidFill>
        <a:effectLst/>
        <a:uFillTx/>
        <a:latin typeface="+mj-lt"/>
        <a:ea typeface="+mj-ea"/>
        <a:cs typeface="+mj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D8CAD4"/>
          </a:solidFill>
        </a:fill>
      </a:tcStyle>
    </a:wholeTbl>
    <a:band2H>
      <a:tcTxStyle b="def" i="def"/>
      <a:tcStyle>
        <a:tcBdr/>
        <a:fill>
          <a:solidFill>
            <a:srgbClr val="ECE6EB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381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381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EAEAEA"/>
          </a:solidFill>
        </a:fill>
      </a:tcStyle>
    </a:wholeTbl>
    <a:band2H>
      <a:tcTxStyle b="def" i="def"/>
      <a:tcStyle>
        <a:tcBdr/>
        <a:fill>
          <a:solidFill>
            <a:srgbClr val="F5F5F5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381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381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7E7E7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381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381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000000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381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381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FFFFFF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>
              <a:alpha val="20000"/>
            </a:srgbClr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205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6" name="Shape 206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Arial"/>
      </a:defRPr>
    </a:lvl1pPr>
    <a:lvl2pPr indent="228600" latinLnBrk="0">
      <a:defRPr sz="1400">
        <a:latin typeface="+mj-lt"/>
        <a:ea typeface="+mj-ea"/>
        <a:cs typeface="+mj-cs"/>
        <a:sym typeface="Arial"/>
      </a:defRPr>
    </a:lvl2pPr>
    <a:lvl3pPr indent="457200" latinLnBrk="0">
      <a:defRPr sz="1400">
        <a:latin typeface="+mj-lt"/>
        <a:ea typeface="+mj-ea"/>
        <a:cs typeface="+mj-cs"/>
        <a:sym typeface="Arial"/>
      </a:defRPr>
    </a:lvl3pPr>
    <a:lvl4pPr indent="685800" latinLnBrk="0">
      <a:defRPr sz="1400">
        <a:latin typeface="+mj-lt"/>
        <a:ea typeface="+mj-ea"/>
        <a:cs typeface="+mj-cs"/>
        <a:sym typeface="Arial"/>
      </a:defRPr>
    </a:lvl4pPr>
    <a:lvl5pPr indent="914400" latinLnBrk="0">
      <a:defRPr sz="1400">
        <a:latin typeface="+mj-lt"/>
        <a:ea typeface="+mj-ea"/>
        <a:cs typeface="+mj-cs"/>
        <a:sym typeface="Arial"/>
      </a:defRPr>
    </a:lvl5pPr>
    <a:lvl6pPr indent="1143000" latinLnBrk="0">
      <a:defRPr sz="1400">
        <a:latin typeface="+mj-lt"/>
        <a:ea typeface="+mj-ea"/>
        <a:cs typeface="+mj-cs"/>
        <a:sym typeface="Arial"/>
      </a:defRPr>
    </a:lvl6pPr>
    <a:lvl7pPr indent="1371600" latinLnBrk="0">
      <a:defRPr sz="1400">
        <a:latin typeface="+mj-lt"/>
        <a:ea typeface="+mj-ea"/>
        <a:cs typeface="+mj-cs"/>
        <a:sym typeface="Arial"/>
      </a:defRPr>
    </a:lvl7pPr>
    <a:lvl8pPr indent="1600200" latinLnBrk="0">
      <a:defRPr sz="1400">
        <a:latin typeface="+mj-lt"/>
        <a:ea typeface="+mj-ea"/>
        <a:cs typeface="+mj-cs"/>
        <a:sym typeface="Arial"/>
      </a:defRPr>
    </a:lvl8pPr>
    <a:lvl9pPr indent="1828800" latinLnBrk="0">
      <a:defRPr sz="14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://bit.ly/2Tynxth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719999" y="922437"/>
            <a:ext cx="6931502" cy="28395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70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719999" y="3762063"/>
            <a:ext cx="6441001" cy="459000"/>
          </a:xfrm>
          <a:prstGeom prst="rect">
            <a:avLst/>
          </a:prstGeom>
        </p:spPr>
        <p:txBody>
          <a:bodyPr/>
          <a:lstStyle>
            <a:lvl1pPr marL="330200" indent="-203200">
              <a:buClrTx/>
              <a:buSzTx/>
              <a:buNone/>
              <a:defRPr sz="1600"/>
            </a:lvl1pPr>
            <a:lvl2pPr marL="330200" indent="254000">
              <a:buClrTx/>
              <a:buSzTx/>
              <a:buNone/>
              <a:defRPr sz="1600"/>
            </a:lvl2pPr>
            <a:lvl3pPr marL="330200" indent="711200">
              <a:buClrTx/>
              <a:buSzTx/>
              <a:buNone/>
              <a:defRPr sz="1600"/>
            </a:lvl3pPr>
            <a:lvl4pPr marL="330200" indent="1168400">
              <a:buClrTx/>
              <a:buSzTx/>
              <a:buNone/>
              <a:defRPr sz="1600"/>
            </a:lvl4pPr>
            <a:lvl5pPr marL="330200" indent="1625600">
              <a:buClrTx/>
              <a:buSz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 lIns="45719" tIns="45719" rIns="45719" bIns="45719"/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HEADER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387074" y="2503500"/>
            <a:ext cx="4349701" cy="841801"/>
          </a:xfrm>
          <a:prstGeom prst="rect">
            <a:avLst/>
          </a:prstGeom>
        </p:spPr>
        <p:txBody>
          <a:bodyPr anchor="ctr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sz="quarter" idx="1"/>
          </p:nvPr>
        </p:nvSpPr>
        <p:spPr>
          <a:xfrm>
            <a:off x="5355475" y="3559400"/>
            <a:ext cx="2412901" cy="654301"/>
          </a:xfrm>
          <a:prstGeom prst="rect">
            <a:avLst/>
          </a:prstGeom>
        </p:spPr>
        <p:txBody>
          <a:bodyPr/>
          <a:lstStyle>
            <a:lvl1pPr marL="330200" indent="-203200" algn="ctr">
              <a:buClrTx/>
              <a:buSzTx/>
              <a:buNone/>
              <a:defRPr sz="1600"/>
            </a:lvl1pPr>
            <a:lvl2pPr marL="330200" indent="254000" algn="ctr">
              <a:buClrTx/>
              <a:buSzTx/>
              <a:buNone/>
              <a:defRPr sz="1600"/>
            </a:lvl2pPr>
            <a:lvl3pPr marL="330200" indent="711200" algn="ctr">
              <a:buClrTx/>
              <a:buSzTx/>
              <a:buNone/>
              <a:defRPr sz="1600"/>
            </a:lvl3pPr>
            <a:lvl4pPr marL="330200" indent="1168400" algn="ctr">
              <a:buClrTx/>
              <a:buSzTx/>
              <a:buNone/>
              <a:defRPr sz="1600"/>
            </a:lvl4pPr>
            <a:lvl5pPr marL="330200" indent="1625600" algn="ctr">
              <a:buClrTx/>
              <a:buSz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 lIns="45719" tIns="45719" rIns="45719" bIns="45719"/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quarter" idx="1"/>
          </p:nvPr>
        </p:nvSpPr>
        <p:spPr>
          <a:xfrm>
            <a:off x="1692849" y="3398025"/>
            <a:ext cx="2365801" cy="971701"/>
          </a:xfrm>
          <a:prstGeom prst="rect">
            <a:avLst/>
          </a:prstGeom>
        </p:spPr>
        <p:txBody>
          <a:bodyPr anchor="b"/>
          <a:lstStyle>
            <a:lvl1pPr marL="330200" indent="-203200" algn="ctr">
              <a:buClrTx/>
              <a:buSzTx/>
              <a:buNone/>
              <a:defRPr sz="1600"/>
            </a:lvl1pPr>
            <a:lvl2pPr marL="330200" indent="254000" algn="ctr">
              <a:buClrTx/>
              <a:buSzTx/>
              <a:buNone/>
              <a:defRPr sz="1600"/>
            </a:lvl2pPr>
            <a:lvl3pPr marL="330200" indent="711200" algn="ctr">
              <a:buClrTx/>
              <a:buSzTx/>
              <a:buNone/>
              <a:defRPr sz="1600"/>
            </a:lvl3pPr>
            <a:lvl4pPr marL="330200" indent="1168400" algn="ctr">
              <a:buClrTx/>
              <a:buSzTx/>
              <a:buNone/>
              <a:defRPr sz="1600"/>
            </a:lvl4pPr>
            <a:lvl5pPr marL="330200" indent="1625600" algn="ctr">
              <a:buClrTx/>
              <a:buSz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 lIns="45719" tIns="45719" rIns="45719" bIns="45719"/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 lIns="45719" tIns="45719" rIns="45719" bIns="45719"/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NE_COLUMN_TEXT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Body Level One…"/>
          <p:cNvSpPr txBox="1"/>
          <p:nvPr>
            <p:ph type="body" sz="half" idx="1"/>
          </p:nvPr>
        </p:nvSpPr>
        <p:spPr>
          <a:xfrm>
            <a:off x="719999" y="1688525"/>
            <a:ext cx="4244701" cy="2591400"/>
          </a:xfrm>
          <a:prstGeom prst="rect">
            <a:avLst/>
          </a:prstGeom>
        </p:spPr>
        <p:txBody>
          <a:bodyPr/>
          <a:lstStyle>
            <a:lvl1pPr indent="-330200">
              <a:buClr>
                <a:srgbClr val="595959"/>
              </a:buClr>
              <a:buSzPts val="1600"/>
              <a:buFont typeface="Helvetica"/>
              <a:buChar char="●"/>
              <a:defRPr sz="1600"/>
            </a:lvl1pPr>
            <a:lvl2pPr marL="914400" indent="-317500">
              <a:buClr>
                <a:srgbClr val="595959"/>
              </a:buClr>
              <a:buSzPts val="1600"/>
              <a:buFont typeface="Helvetica"/>
              <a:buChar char="○"/>
              <a:defRPr sz="1600"/>
            </a:lvl2pPr>
            <a:lvl3pPr marL="1371600" indent="-317500">
              <a:buClr>
                <a:srgbClr val="595959"/>
              </a:buClr>
              <a:buSzPts val="1600"/>
              <a:buFont typeface="Helvetica"/>
              <a:buChar char="■"/>
              <a:defRPr sz="1600"/>
            </a:lvl3pPr>
            <a:lvl4pPr marL="1828800" indent="-317500">
              <a:buClr>
                <a:srgbClr val="595959"/>
              </a:buClr>
              <a:buSzPts val="1600"/>
              <a:buFont typeface="Helvetica"/>
              <a:buChar char="●"/>
              <a:defRPr sz="1600"/>
            </a:lvl4pPr>
            <a:lvl5pPr marL="2286000" indent="-317500">
              <a:buClr>
                <a:srgbClr val="595959"/>
              </a:buClr>
              <a:buSzPts val="1600"/>
              <a:buFont typeface="Helvetica"/>
              <a:buChar char="○"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7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 lIns="45719" tIns="45719" rIns="45719" bIns="45719"/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AIN_POINT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Text"/>
          <p:cNvSpPr txBox="1"/>
          <p:nvPr>
            <p:ph type="title"/>
          </p:nvPr>
        </p:nvSpPr>
        <p:spPr>
          <a:xfrm>
            <a:off x="1388099" y="539999"/>
            <a:ext cx="6367802" cy="4063502"/>
          </a:xfrm>
          <a:prstGeom prst="rect">
            <a:avLst/>
          </a:prstGeom>
        </p:spPr>
        <p:txBody>
          <a:bodyPr anchor="ctr"/>
          <a:lstStyle>
            <a:lvl1pPr algn="ctr">
              <a:defRPr sz="10100"/>
            </a:lvl1pPr>
          </a:lstStyle>
          <a:p>
            <a:pPr/>
            <a:r>
              <a:t>Title Text</a:t>
            </a:r>
          </a:p>
        </p:txBody>
      </p:sp>
      <p:sp>
        <p:nvSpPr>
          <p:cNvPr id="65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 lIns="45719" tIns="45719" rIns="45719" bIns="45719"/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TITLE_AND_DESCRIPTION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937650" y="1012519"/>
            <a:ext cx="4045201" cy="2070001"/>
          </a:xfrm>
          <a:prstGeom prst="rect">
            <a:avLst/>
          </a:prstGeom>
        </p:spPr>
        <p:txBody>
          <a:bodyPr/>
          <a:lstStyle>
            <a:lvl1pPr>
              <a:defRPr sz="42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quarter" idx="1"/>
          </p:nvPr>
        </p:nvSpPr>
        <p:spPr>
          <a:xfrm>
            <a:off x="937650" y="3170080"/>
            <a:ext cx="4045201" cy="960901"/>
          </a:xfrm>
          <a:prstGeom prst="rect">
            <a:avLst/>
          </a:prstGeom>
        </p:spPr>
        <p:txBody>
          <a:bodyPr/>
          <a:lstStyle>
            <a:lvl1pPr marL="330200" indent="-203200">
              <a:buClrTx/>
              <a:buSzTx/>
              <a:buNone/>
              <a:defRPr sz="1600"/>
            </a:lvl1pPr>
            <a:lvl2pPr marL="330200" indent="254000">
              <a:buClrTx/>
              <a:buSzTx/>
              <a:buNone/>
              <a:defRPr sz="1600"/>
            </a:lvl2pPr>
            <a:lvl3pPr marL="330200" indent="711200">
              <a:buClrTx/>
              <a:buSzTx/>
              <a:buNone/>
              <a:defRPr sz="1600"/>
            </a:lvl3pPr>
            <a:lvl4pPr marL="330200" indent="1168400">
              <a:buClrTx/>
              <a:buSzTx/>
              <a:buNone/>
              <a:defRPr sz="1600"/>
            </a:lvl4pPr>
            <a:lvl5pPr marL="330200" indent="1625600">
              <a:buClrTx/>
              <a:buSz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 lIns="45719" tIns="45719" rIns="45719" bIns="45719"/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APTION_ONLY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Body Level One…"/>
          <p:cNvSpPr txBox="1"/>
          <p:nvPr>
            <p:ph type="body" sz="quarter" idx="1"/>
          </p:nvPr>
        </p:nvSpPr>
        <p:spPr>
          <a:xfrm>
            <a:off x="4601700" y="2819699"/>
            <a:ext cx="3822301" cy="1770302"/>
          </a:xfrm>
          <a:prstGeom prst="rect">
            <a:avLst/>
          </a:prstGeom>
        </p:spPr>
        <p:txBody>
          <a:bodyPr anchor="ctr"/>
          <a:lstStyle>
            <a:lvl1pPr marL="228600" indent="0" algn="r">
              <a:buClrTx/>
              <a:buSzTx/>
              <a:buNone/>
              <a:defRPr sz="4200">
                <a:latin typeface="Staatliches"/>
                <a:ea typeface="Staatliches"/>
                <a:cs typeface="Staatliches"/>
                <a:sym typeface="Staatliches"/>
              </a:defRPr>
            </a:lvl1pPr>
            <a:lvl2pPr marL="1450975" indent="-866775" algn="r">
              <a:buClrTx/>
              <a:buSzPts val="4200"/>
              <a:buChar char="○"/>
              <a:defRPr sz="4200">
                <a:latin typeface="Staatliches"/>
                <a:ea typeface="Staatliches"/>
                <a:cs typeface="Staatliches"/>
                <a:sym typeface="Staatliches"/>
              </a:defRPr>
            </a:lvl2pPr>
            <a:lvl3pPr marL="1908175" indent="-866775" algn="r">
              <a:buClrTx/>
              <a:buSzPts val="4200"/>
              <a:buChar char="■"/>
              <a:defRPr sz="4200">
                <a:latin typeface="Staatliches"/>
                <a:ea typeface="Staatliches"/>
                <a:cs typeface="Staatliches"/>
                <a:sym typeface="Staatliches"/>
              </a:defRPr>
            </a:lvl3pPr>
            <a:lvl4pPr marL="2365375" indent="-866775" algn="r">
              <a:buClrTx/>
              <a:buSzPts val="4200"/>
              <a:buChar char="●"/>
              <a:defRPr sz="4200">
                <a:latin typeface="Staatliches"/>
                <a:ea typeface="Staatliches"/>
                <a:cs typeface="Staatliches"/>
                <a:sym typeface="Staatliches"/>
              </a:defRPr>
            </a:lvl4pPr>
            <a:lvl5pPr marL="2822575" indent="-866775" algn="r">
              <a:buClrTx/>
              <a:buSzPts val="4200"/>
              <a:buChar char="○"/>
              <a:defRPr sz="4200">
                <a:latin typeface="Staatliches"/>
                <a:ea typeface="Staatliches"/>
                <a:cs typeface="Staatliches"/>
                <a:sym typeface="Staatliches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2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 lIns="45719" tIns="45719" rIns="45719" bIns="45719"/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_NUMBER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xx%"/>
          <p:cNvSpPr txBox="1"/>
          <p:nvPr>
            <p:ph type="title" hasCustomPrompt="1"/>
          </p:nvPr>
        </p:nvSpPr>
        <p:spPr>
          <a:xfrm>
            <a:off x="1629224" y="1106125"/>
            <a:ext cx="6794701" cy="1963500"/>
          </a:xfrm>
          <a:prstGeom prst="rect">
            <a:avLst/>
          </a:prstGeom>
        </p:spPr>
        <p:txBody>
          <a:bodyPr anchor="b"/>
          <a:lstStyle>
            <a:lvl1pPr algn="r">
              <a:defRPr sz="12000"/>
            </a:lvl1pPr>
          </a:lstStyle>
          <a:p>
            <a:pPr/>
            <a:r>
              <a:t>xx%</a:t>
            </a:r>
          </a:p>
        </p:txBody>
      </p:sp>
      <p:sp>
        <p:nvSpPr>
          <p:cNvPr id="90" name="Body Level One…"/>
          <p:cNvSpPr txBox="1"/>
          <p:nvPr>
            <p:ph type="body" sz="quarter" idx="1"/>
          </p:nvPr>
        </p:nvSpPr>
        <p:spPr>
          <a:xfrm>
            <a:off x="2016374" y="3196250"/>
            <a:ext cx="6407701" cy="395101"/>
          </a:xfrm>
          <a:prstGeom prst="rect">
            <a:avLst/>
          </a:prstGeom>
        </p:spPr>
        <p:txBody>
          <a:bodyPr/>
          <a:lstStyle>
            <a:lvl1pPr marL="330200" indent="-203200" algn="r">
              <a:buClrTx/>
              <a:buSzTx/>
              <a:buNone/>
              <a:defRPr sz="1600"/>
            </a:lvl1pPr>
            <a:lvl2pPr marL="330200" indent="254000" algn="r">
              <a:buClrTx/>
              <a:buSzTx/>
              <a:buNone/>
              <a:defRPr sz="1600"/>
            </a:lvl2pPr>
            <a:lvl3pPr marL="330200" indent="711200" algn="r">
              <a:buClrTx/>
              <a:buSzTx/>
              <a:buNone/>
              <a:defRPr sz="1600"/>
            </a:lvl3pPr>
            <a:lvl4pPr marL="330200" indent="1168400" algn="r">
              <a:buClrTx/>
              <a:buSzTx/>
              <a:buNone/>
              <a:defRPr sz="1600"/>
            </a:lvl4pPr>
            <a:lvl5pPr marL="330200" indent="1625600" algn="r">
              <a:buClrTx/>
              <a:buSz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 lIns="45719" tIns="45719" rIns="45719" bIns="45719"/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 lIns="45719" tIns="45719" rIns="45719" bIns="45719"/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USTOM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06" name="Body Level One…"/>
          <p:cNvSpPr txBox="1"/>
          <p:nvPr>
            <p:ph type="body" sz="quarter" idx="1"/>
          </p:nvPr>
        </p:nvSpPr>
        <p:spPr>
          <a:xfrm>
            <a:off x="1797624" y="2219849"/>
            <a:ext cx="2365801" cy="572701"/>
          </a:xfrm>
          <a:prstGeom prst="rect">
            <a:avLst/>
          </a:prstGeom>
        </p:spPr>
        <p:txBody>
          <a:bodyPr anchor="b"/>
          <a:lstStyle>
            <a:lvl1pPr marL="330200" indent="-203200">
              <a:buClrTx/>
              <a:buSzTx/>
              <a:buNone/>
              <a:defRPr sz="1600"/>
            </a:lvl1pPr>
            <a:lvl2pPr marL="330200" indent="254000">
              <a:buClrTx/>
              <a:buSzTx/>
              <a:buNone/>
              <a:defRPr sz="1600"/>
            </a:lvl2pPr>
            <a:lvl3pPr marL="330200" indent="711200">
              <a:buClrTx/>
              <a:buSzTx/>
              <a:buNone/>
              <a:defRPr sz="1600"/>
            </a:lvl3pPr>
            <a:lvl4pPr marL="330200" indent="1168400">
              <a:buClrTx/>
              <a:buSzTx/>
              <a:buNone/>
              <a:defRPr sz="1600"/>
            </a:lvl4pPr>
            <a:lvl5pPr marL="330200" indent="1625600">
              <a:buClrTx/>
              <a:buSz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7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 lIns="45719" tIns="45719" rIns="45719" bIns="45719"/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TWO_COLUMNS_1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15" name="Body Level One…"/>
          <p:cNvSpPr txBox="1"/>
          <p:nvPr>
            <p:ph type="body" sz="quarter" idx="1"/>
          </p:nvPr>
        </p:nvSpPr>
        <p:spPr>
          <a:xfrm>
            <a:off x="719999" y="3398025"/>
            <a:ext cx="2365801" cy="971701"/>
          </a:xfrm>
          <a:prstGeom prst="rect">
            <a:avLst/>
          </a:prstGeom>
        </p:spPr>
        <p:txBody>
          <a:bodyPr/>
          <a:lstStyle>
            <a:lvl1pPr marL="330200" indent="-203200" algn="ctr">
              <a:buClrTx/>
              <a:buSzTx/>
              <a:buNone/>
              <a:defRPr sz="1600"/>
            </a:lvl1pPr>
            <a:lvl2pPr marL="330200" indent="254000" algn="ctr">
              <a:buClrTx/>
              <a:buSzTx/>
              <a:buNone/>
              <a:defRPr sz="1600"/>
            </a:lvl2pPr>
            <a:lvl3pPr marL="330200" indent="711200" algn="ctr">
              <a:buClrTx/>
              <a:buSzTx/>
              <a:buNone/>
              <a:defRPr sz="1600"/>
            </a:lvl3pPr>
            <a:lvl4pPr marL="330200" indent="1168400" algn="ctr">
              <a:buClrTx/>
              <a:buSzTx/>
              <a:buNone/>
              <a:defRPr sz="1600"/>
            </a:lvl4pPr>
            <a:lvl5pPr marL="330200" indent="1625600" algn="ctr">
              <a:buClrTx/>
              <a:buSz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6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 lIns="45719" tIns="45719" rIns="45719" bIns="45719"/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TWO_COLUMNS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4" name="Body Level One…"/>
          <p:cNvSpPr txBox="1"/>
          <p:nvPr>
            <p:ph type="body" sz="quarter" idx="1"/>
          </p:nvPr>
        </p:nvSpPr>
        <p:spPr>
          <a:xfrm>
            <a:off x="719999" y="4069589"/>
            <a:ext cx="2365801" cy="618901"/>
          </a:xfrm>
          <a:prstGeom prst="rect">
            <a:avLst/>
          </a:prstGeom>
        </p:spPr>
        <p:txBody>
          <a:bodyPr anchor="b"/>
          <a:lstStyle>
            <a:lvl1pPr marL="330200" indent="-203200" algn="ctr">
              <a:buClrTx/>
              <a:buSzTx/>
              <a:buNone/>
              <a:defRPr sz="1600"/>
            </a:lvl1pPr>
            <a:lvl2pPr marL="330200" indent="254000" algn="ctr">
              <a:buClrTx/>
              <a:buSzTx/>
              <a:buNone/>
              <a:defRPr sz="1600"/>
            </a:lvl2pPr>
            <a:lvl3pPr marL="330200" indent="711200" algn="ctr">
              <a:buClrTx/>
              <a:buSzTx/>
              <a:buNone/>
              <a:defRPr sz="1600"/>
            </a:lvl3pPr>
            <a:lvl4pPr marL="330200" indent="1168400" algn="ctr">
              <a:buClrTx/>
              <a:buSzTx/>
              <a:buNone/>
              <a:defRPr sz="1600"/>
            </a:lvl4pPr>
            <a:lvl5pPr marL="330200" indent="1625600" algn="ctr">
              <a:buClrTx/>
              <a:buSz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5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 lIns="45719" tIns="45719" rIns="45719" bIns="45719"/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TWO_COLUMNS_1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33" name="Body Level One…"/>
          <p:cNvSpPr txBox="1"/>
          <p:nvPr>
            <p:ph type="body" sz="quarter" idx="1"/>
          </p:nvPr>
        </p:nvSpPr>
        <p:spPr>
          <a:xfrm>
            <a:off x="719999" y="3725064"/>
            <a:ext cx="2365801" cy="629701"/>
          </a:xfrm>
          <a:prstGeom prst="rect">
            <a:avLst/>
          </a:prstGeom>
        </p:spPr>
        <p:txBody>
          <a:bodyPr/>
          <a:lstStyle>
            <a:lvl1pPr marL="330200" indent="-203200" algn="ctr">
              <a:buClrTx/>
              <a:buSzTx/>
              <a:buNone/>
              <a:defRPr sz="1600"/>
            </a:lvl1pPr>
            <a:lvl2pPr marL="330200" indent="254000" algn="ctr">
              <a:buClrTx/>
              <a:buSzTx/>
              <a:buNone/>
              <a:defRPr sz="1600"/>
            </a:lvl2pPr>
            <a:lvl3pPr marL="330200" indent="711200" algn="ctr">
              <a:buClrTx/>
              <a:buSzTx/>
              <a:buNone/>
              <a:defRPr sz="1600"/>
            </a:lvl3pPr>
            <a:lvl4pPr marL="330200" indent="1168400" algn="ctr">
              <a:buClrTx/>
              <a:buSzTx/>
              <a:buNone/>
              <a:defRPr sz="1600"/>
            </a:lvl4pPr>
            <a:lvl5pPr marL="330200" indent="1625600" algn="ctr">
              <a:buClrTx/>
              <a:buSz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4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 lIns="45719" tIns="45719" rIns="45719" bIns="45719"/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NE_COLUMN_TEXT_1_1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42" name="Body Level One…"/>
          <p:cNvSpPr txBox="1"/>
          <p:nvPr>
            <p:ph type="body" sz="quarter" idx="1"/>
          </p:nvPr>
        </p:nvSpPr>
        <p:spPr>
          <a:xfrm>
            <a:off x="965763" y="2323450"/>
            <a:ext cx="3168301" cy="1238401"/>
          </a:xfrm>
          <a:prstGeom prst="rect">
            <a:avLst/>
          </a:prstGeom>
        </p:spPr>
        <p:txBody>
          <a:bodyPr/>
          <a:lstStyle>
            <a:lvl1pPr marL="330200" indent="-203200">
              <a:buClrTx/>
              <a:buSzTx/>
              <a:buNone/>
              <a:defRPr sz="1600"/>
            </a:lvl1pPr>
            <a:lvl2pPr marL="330200" indent="254000">
              <a:buClrTx/>
              <a:buSzTx/>
              <a:buNone/>
              <a:defRPr sz="1600"/>
            </a:lvl2pPr>
            <a:lvl3pPr marL="330200" indent="711200">
              <a:buClrTx/>
              <a:buSzTx/>
              <a:buNone/>
              <a:defRPr sz="1600"/>
            </a:lvl3pPr>
            <a:lvl4pPr marL="330200" indent="1168400">
              <a:buClrTx/>
              <a:buSzTx/>
              <a:buNone/>
              <a:defRPr sz="1600"/>
            </a:lvl4pPr>
            <a:lvl5pPr marL="330200" indent="1625600">
              <a:buClrTx/>
              <a:buSz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3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 lIns="45719" tIns="45719" rIns="45719" bIns="45719"/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ONLY_1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51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 lIns="45719" tIns="45719" rIns="45719" bIns="45719"/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BODY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59" name="Body Level One…"/>
          <p:cNvSpPr txBox="1"/>
          <p:nvPr>
            <p:ph type="body" sz="quarter" idx="1"/>
          </p:nvPr>
        </p:nvSpPr>
        <p:spPr>
          <a:xfrm>
            <a:off x="719999" y="1600349"/>
            <a:ext cx="3631202" cy="2520602"/>
          </a:xfrm>
          <a:prstGeom prst="rect">
            <a:avLst/>
          </a:prstGeom>
        </p:spPr>
        <p:txBody>
          <a:bodyPr/>
          <a:lstStyle>
            <a:lvl1pPr indent="-330200">
              <a:buClr>
                <a:srgbClr val="FFFFFF"/>
              </a:buClr>
              <a:buSzPts val="1600"/>
              <a:buFont typeface="Helvetica"/>
              <a:buChar char="●"/>
              <a:defRPr sz="1600"/>
            </a:lvl1pPr>
            <a:lvl2pPr marL="914400" indent="-330200">
              <a:buClr>
                <a:srgbClr val="FFFFFF"/>
              </a:buClr>
              <a:buSzPts val="1600"/>
              <a:buFont typeface="Helvetica"/>
              <a:buChar char="○"/>
              <a:defRPr sz="1600"/>
            </a:lvl2pPr>
            <a:lvl3pPr marL="1371600" indent="-330200">
              <a:buClr>
                <a:srgbClr val="FFFFFF"/>
              </a:buClr>
              <a:buSzPts val="1600"/>
              <a:buFont typeface="Helvetica"/>
              <a:buChar char="■"/>
              <a:defRPr sz="1600"/>
            </a:lvl3pPr>
            <a:lvl4pPr marL="1828800" indent="-330200">
              <a:buClr>
                <a:srgbClr val="FFFFFF"/>
              </a:buClr>
              <a:buSzPts val="1600"/>
              <a:buFont typeface="Helvetica"/>
              <a:buChar char="●"/>
              <a:defRPr sz="1600"/>
            </a:lvl4pPr>
            <a:lvl5pPr marL="2286000" indent="-330200">
              <a:buClr>
                <a:srgbClr val="FFFFFF"/>
              </a:buClr>
              <a:buSzPts val="1600"/>
              <a:buFont typeface="Helvetica"/>
              <a:buChar char="○"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0" name="Google Shape;97;p19"/>
          <p:cNvSpPr txBox="1"/>
          <p:nvPr>
            <p:ph type="body" sz="quarter" idx="21"/>
          </p:nvPr>
        </p:nvSpPr>
        <p:spPr>
          <a:xfrm>
            <a:off x="4792674" y="1600349"/>
            <a:ext cx="3631201" cy="2520602"/>
          </a:xfrm>
          <a:prstGeom prst="rect">
            <a:avLst/>
          </a:prstGeom>
        </p:spPr>
        <p:txBody>
          <a:bodyPr/>
          <a:lstStyle/>
          <a:p>
            <a:pPr indent="-330200">
              <a:buClr>
                <a:srgbClr val="FFFFFF"/>
              </a:buClr>
              <a:buSzPts val="1600"/>
              <a:buFont typeface="Helvetica"/>
              <a:buChar char="●"/>
              <a:defRPr sz="1600"/>
            </a:pPr>
          </a:p>
        </p:txBody>
      </p:sp>
      <p:sp>
        <p:nvSpPr>
          <p:cNvPr id="16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1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itle Text"/>
          <p:cNvSpPr txBox="1"/>
          <p:nvPr>
            <p:ph type="title"/>
          </p:nvPr>
        </p:nvSpPr>
        <p:spPr>
          <a:xfrm>
            <a:off x="719999" y="866054"/>
            <a:ext cx="6931502" cy="12192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8000"/>
            </a:lvl1pPr>
          </a:lstStyle>
          <a:p>
            <a:pPr/>
            <a:r>
              <a:t>Title Text</a:t>
            </a:r>
          </a:p>
        </p:txBody>
      </p:sp>
      <p:sp>
        <p:nvSpPr>
          <p:cNvPr id="169" name="Body Level One…"/>
          <p:cNvSpPr txBox="1"/>
          <p:nvPr>
            <p:ph type="body" sz="quarter" idx="1"/>
          </p:nvPr>
        </p:nvSpPr>
        <p:spPr>
          <a:xfrm>
            <a:off x="719999" y="2357933"/>
            <a:ext cx="6441001" cy="801302"/>
          </a:xfrm>
          <a:prstGeom prst="rect">
            <a:avLst/>
          </a:prstGeom>
        </p:spPr>
        <p:txBody>
          <a:bodyPr/>
          <a:lstStyle>
            <a:lvl1pPr marL="330200" indent="-203200">
              <a:buClrTx/>
              <a:buSzTx/>
              <a:buNone/>
              <a:defRPr sz="1600"/>
            </a:lvl1pPr>
            <a:lvl2pPr marL="330200" indent="254000">
              <a:buClrTx/>
              <a:buSzTx/>
              <a:buNone/>
              <a:defRPr sz="1600"/>
            </a:lvl2pPr>
            <a:lvl3pPr marL="330200" indent="711200">
              <a:buClrTx/>
              <a:buSzTx/>
              <a:buNone/>
              <a:defRPr sz="1600"/>
            </a:lvl3pPr>
            <a:lvl4pPr marL="330200" indent="1168400">
              <a:buClrTx/>
              <a:buSzTx/>
              <a:buNone/>
              <a:defRPr sz="1600"/>
            </a:lvl4pPr>
            <a:lvl5pPr marL="330200" indent="1625600">
              <a:buClrTx/>
              <a:buSz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0" name="Google Shape;102;p20"/>
          <p:cNvSpPr txBox="1"/>
          <p:nvPr/>
        </p:nvSpPr>
        <p:spPr>
          <a:xfrm>
            <a:off x="719999" y="3877825"/>
            <a:ext cx="4140002" cy="487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b">
            <a:spAutoFit/>
          </a:bodyPr>
          <a:lstStyle/>
          <a:p>
            <a:pPr>
              <a:spcBef>
                <a:spcPts val="300"/>
              </a:spcBef>
              <a:defRPr b="1" sz="1000">
                <a:latin typeface="Gothic A1"/>
                <a:ea typeface="Gothic A1"/>
                <a:cs typeface="Gothic A1"/>
                <a:sym typeface="Gothic A1"/>
              </a:defRPr>
            </a:pPr>
            <a:r>
              <a:t>CREDITS:</a:t>
            </a:r>
            <a:r>
              <a:rPr b="0"/>
              <a:t> This presentation template was created by</a:t>
            </a:r>
            <a:r>
              <a:t> </a:t>
            </a:r>
            <a:r>
              <a:rPr u="sng">
                <a:uFill>
                  <a:solidFill>
                    <a:srgbClr val="FFFFFF"/>
                  </a:solidFill>
                </a:uFill>
                <a:hlinkClick r:id="rId3" invalidUrl="" action="" tgtFrame="" tooltip="" history="1" highlightClick="0" endSnd="0"/>
              </a:rPr>
              <a:t>Slidesgo</a:t>
            </a:r>
            <a:r>
              <a:rPr b="0"/>
              <a:t>, including icons by </a:t>
            </a:r>
            <a:r>
              <a:rPr u="sng">
                <a:uFill>
                  <a:solidFill>
                    <a:srgbClr val="FFFFFF"/>
                  </a:solidFill>
                </a:uFill>
                <a:hlinkClick r:id="rId4" invalidUrl="" action="" tgtFrame="" tooltip="" history="1" highlightClick="0" endSnd="0"/>
              </a:rPr>
              <a:t>Flaticon</a:t>
            </a:r>
            <a:r>
              <a:rPr b="0"/>
              <a:t> and infographics &amp; images by </a:t>
            </a:r>
            <a:r>
              <a:rPr u="sng">
                <a:uFill>
                  <a:solidFill>
                    <a:srgbClr val="FFFFFF"/>
                  </a:solidFill>
                </a:uFill>
                <a:hlinkClick r:id="rId5" invalidUrl="" action="" tgtFrame="" tooltip="" history="1" highlightClick="0" endSnd="0"/>
              </a:rPr>
              <a:t>Freepik</a:t>
            </a:r>
          </a:p>
        </p:txBody>
      </p:sp>
      <p:sp>
        <p:nvSpPr>
          <p:cNvPr id="171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 lIns="45719" tIns="45719" rIns="45719" bIns="45719"/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USTOM_1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 lIns="45719" tIns="45719" rIns="45719" bIns="45719"/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USTOM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 lIns="45719" tIns="45719" rIns="45719" bIns="45719"/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USTOM_1_2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 lIns="45719" tIns="45719" rIns="45719" bIns="45719"/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USTOM_1_3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 lIns="45719" tIns="45719" rIns="45719" bIns="45719"/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7.xml"/><Relationship Id="rId20" Type="http://schemas.openxmlformats.org/officeDocument/2006/relationships/slideLayout" Target="../slideLayouts/slideLayout18.xml"/><Relationship Id="rId21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0.xml"/><Relationship Id="rId23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2.xml"/><Relationship Id="rId25" Type="http://schemas.openxmlformats.org/officeDocument/2006/relationships/slideLayout" Target="../slideLayouts/slideLayout23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719999" y="445025"/>
            <a:ext cx="7704002" cy="57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719999" y="1152475"/>
            <a:ext cx="7704002" cy="341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72458" y="4669900"/>
            <a:ext cx="393318" cy="380234"/>
          </a:xfrm>
          <a:prstGeom prst="rect">
            <a:avLst/>
          </a:prstGeom>
          <a:ln w="12700">
            <a:miter lim="400000"/>
          </a:ln>
        </p:spPr>
        <p:txBody>
          <a:bodyPr wrap="none" lIns="91424" tIns="91424" rIns="91424" bIns="91424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500" u="none">
          <a:solidFill>
            <a:srgbClr val="FFFFFF"/>
          </a:solidFill>
          <a:uFillTx/>
          <a:latin typeface="Staatliches"/>
          <a:ea typeface="Staatliches"/>
          <a:cs typeface="Staatliches"/>
          <a:sym typeface="Staatliches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500" u="none">
          <a:solidFill>
            <a:srgbClr val="FFFFFF"/>
          </a:solidFill>
          <a:uFillTx/>
          <a:latin typeface="Staatliches"/>
          <a:ea typeface="Staatliches"/>
          <a:cs typeface="Staatliches"/>
          <a:sym typeface="Staatliches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500" u="none">
          <a:solidFill>
            <a:srgbClr val="FFFFFF"/>
          </a:solidFill>
          <a:uFillTx/>
          <a:latin typeface="Staatliches"/>
          <a:ea typeface="Staatliches"/>
          <a:cs typeface="Staatliches"/>
          <a:sym typeface="Staatliches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500" u="none">
          <a:solidFill>
            <a:srgbClr val="FFFFFF"/>
          </a:solidFill>
          <a:uFillTx/>
          <a:latin typeface="Staatliches"/>
          <a:ea typeface="Staatliches"/>
          <a:cs typeface="Staatliches"/>
          <a:sym typeface="Staatliches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500" u="none">
          <a:solidFill>
            <a:srgbClr val="FFFFFF"/>
          </a:solidFill>
          <a:uFillTx/>
          <a:latin typeface="Staatliches"/>
          <a:ea typeface="Staatliches"/>
          <a:cs typeface="Staatliches"/>
          <a:sym typeface="Staatliches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500" u="none">
          <a:solidFill>
            <a:srgbClr val="FFFFFF"/>
          </a:solidFill>
          <a:uFillTx/>
          <a:latin typeface="Staatliches"/>
          <a:ea typeface="Staatliches"/>
          <a:cs typeface="Staatliches"/>
          <a:sym typeface="Staatliches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500" u="none">
          <a:solidFill>
            <a:srgbClr val="FFFFFF"/>
          </a:solidFill>
          <a:uFillTx/>
          <a:latin typeface="Staatliches"/>
          <a:ea typeface="Staatliches"/>
          <a:cs typeface="Staatliches"/>
          <a:sym typeface="Staatliches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500" u="none">
          <a:solidFill>
            <a:srgbClr val="FFFFFF"/>
          </a:solidFill>
          <a:uFillTx/>
          <a:latin typeface="Staatliches"/>
          <a:ea typeface="Staatliches"/>
          <a:cs typeface="Staatliches"/>
          <a:sym typeface="Staatliches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500" u="none">
          <a:solidFill>
            <a:srgbClr val="FFFFFF"/>
          </a:solidFill>
          <a:uFillTx/>
          <a:latin typeface="Staatliches"/>
          <a:ea typeface="Staatliches"/>
          <a:cs typeface="Staatliches"/>
          <a:sym typeface="Staatliches"/>
        </a:defRPr>
      </a:lvl9pPr>
    </p:titleStyle>
    <p:bodyStyle>
      <a:lvl1pPr marL="457200" marR="0" indent="-304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>
          <a:srgbClr val="434343"/>
        </a:buClr>
        <a:buSzPts val="1200"/>
        <a:buFontTx/>
        <a:buAutoNum type="arabicPeriod" startAt="1"/>
        <a:tabLst/>
        <a:defRPr b="0" baseline="0" cap="none" i="0" spc="0" strike="noStrike" sz="1200" u="none">
          <a:solidFill>
            <a:srgbClr val="FFFFFF"/>
          </a:solidFill>
          <a:uFillTx/>
          <a:latin typeface="Gothic A1"/>
          <a:ea typeface="Gothic A1"/>
          <a:cs typeface="Gothic A1"/>
          <a:sym typeface="Gothic A1"/>
        </a:defRPr>
      </a:lvl1pPr>
      <a:lvl2pPr marL="838200" marR="0" indent="-228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>
          <a:srgbClr val="434343"/>
        </a:buClr>
        <a:buSzPts val="1200"/>
        <a:buFontTx/>
        <a:buAutoNum type="alphaLcPeriod" startAt="1"/>
        <a:tabLst/>
        <a:defRPr b="0" baseline="0" cap="none" i="0" spc="0" strike="noStrike" sz="1200" u="none">
          <a:solidFill>
            <a:srgbClr val="FFFFFF"/>
          </a:solidFill>
          <a:uFillTx/>
          <a:latin typeface="Gothic A1"/>
          <a:ea typeface="Gothic A1"/>
          <a:cs typeface="Gothic A1"/>
          <a:sym typeface="Gothic A1"/>
        </a:defRPr>
      </a:lvl2pPr>
      <a:lvl3pPr marL="1295400" marR="0" indent="-228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>
          <a:srgbClr val="434343"/>
        </a:buClr>
        <a:buSzPts val="1200"/>
        <a:buFontTx/>
        <a:buAutoNum type="romanLcPeriod" startAt="1"/>
        <a:tabLst/>
        <a:defRPr b="0" baseline="0" cap="none" i="0" spc="0" strike="noStrike" sz="1200" u="none">
          <a:solidFill>
            <a:srgbClr val="FFFFFF"/>
          </a:solidFill>
          <a:uFillTx/>
          <a:latin typeface="Gothic A1"/>
          <a:ea typeface="Gothic A1"/>
          <a:cs typeface="Gothic A1"/>
          <a:sym typeface="Gothic A1"/>
        </a:defRPr>
      </a:lvl3pPr>
      <a:lvl4pPr marL="1752600" marR="0" indent="-228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>
          <a:srgbClr val="434343"/>
        </a:buClr>
        <a:buSzPts val="1200"/>
        <a:buFontTx/>
        <a:buAutoNum type="arabicPeriod" startAt="1"/>
        <a:tabLst/>
        <a:defRPr b="0" baseline="0" cap="none" i="0" spc="0" strike="noStrike" sz="1200" u="none">
          <a:solidFill>
            <a:srgbClr val="FFFFFF"/>
          </a:solidFill>
          <a:uFillTx/>
          <a:latin typeface="Gothic A1"/>
          <a:ea typeface="Gothic A1"/>
          <a:cs typeface="Gothic A1"/>
          <a:sym typeface="Gothic A1"/>
        </a:defRPr>
      </a:lvl4pPr>
      <a:lvl5pPr marL="2209800" marR="0" indent="-228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>
          <a:srgbClr val="434343"/>
        </a:buClr>
        <a:buSzPts val="1200"/>
        <a:buFontTx/>
        <a:buAutoNum type="alphaLcPeriod" startAt="1"/>
        <a:tabLst/>
        <a:defRPr b="0" baseline="0" cap="none" i="0" spc="0" strike="noStrike" sz="1200" u="none">
          <a:solidFill>
            <a:srgbClr val="FFFFFF"/>
          </a:solidFill>
          <a:uFillTx/>
          <a:latin typeface="Gothic A1"/>
          <a:ea typeface="Gothic A1"/>
          <a:cs typeface="Gothic A1"/>
          <a:sym typeface="Gothic A1"/>
        </a:defRPr>
      </a:lvl5pPr>
      <a:lvl6pPr marL="2667000" marR="0" indent="-228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>
          <a:srgbClr val="434343"/>
        </a:buClr>
        <a:buSzPts val="1200"/>
        <a:buFontTx/>
        <a:buAutoNum type="romanLcPeriod" startAt="1"/>
        <a:tabLst/>
        <a:defRPr b="0" baseline="0" cap="none" i="0" spc="0" strike="noStrike" sz="1200" u="none">
          <a:solidFill>
            <a:srgbClr val="FFFFFF"/>
          </a:solidFill>
          <a:uFillTx/>
          <a:latin typeface="Gothic A1"/>
          <a:ea typeface="Gothic A1"/>
          <a:cs typeface="Gothic A1"/>
          <a:sym typeface="Gothic A1"/>
        </a:defRPr>
      </a:lvl6pPr>
      <a:lvl7pPr marL="3124200" marR="0" indent="-228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>
          <a:srgbClr val="434343"/>
        </a:buClr>
        <a:buSzPts val="1200"/>
        <a:buFontTx/>
        <a:buAutoNum type="arabicPeriod" startAt="1"/>
        <a:tabLst/>
        <a:defRPr b="0" baseline="0" cap="none" i="0" spc="0" strike="noStrike" sz="1200" u="none">
          <a:solidFill>
            <a:srgbClr val="FFFFFF"/>
          </a:solidFill>
          <a:uFillTx/>
          <a:latin typeface="Gothic A1"/>
          <a:ea typeface="Gothic A1"/>
          <a:cs typeface="Gothic A1"/>
          <a:sym typeface="Gothic A1"/>
        </a:defRPr>
      </a:lvl7pPr>
      <a:lvl8pPr marL="3581400" marR="0" indent="-228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>
          <a:srgbClr val="434343"/>
        </a:buClr>
        <a:buSzPts val="1200"/>
        <a:buFontTx/>
        <a:buAutoNum type="alphaLcPeriod" startAt="1"/>
        <a:tabLst/>
        <a:defRPr b="0" baseline="0" cap="none" i="0" spc="0" strike="noStrike" sz="1200" u="none">
          <a:solidFill>
            <a:srgbClr val="FFFFFF"/>
          </a:solidFill>
          <a:uFillTx/>
          <a:latin typeface="Gothic A1"/>
          <a:ea typeface="Gothic A1"/>
          <a:cs typeface="Gothic A1"/>
          <a:sym typeface="Gothic A1"/>
        </a:defRPr>
      </a:lvl8pPr>
      <a:lvl9pPr marL="4038600" marR="0" indent="-228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>
          <a:srgbClr val="434343"/>
        </a:buClr>
        <a:buSzPts val="1200"/>
        <a:buFontTx/>
        <a:buAutoNum type="romanLcPeriod" startAt="1"/>
        <a:tabLst/>
        <a:defRPr b="0" baseline="0" cap="none" i="0" spc="0" strike="noStrike" sz="1200" u="none">
          <a:solidFill>
            <a:srgbClr val="FFFFFF"/>
          </a:solidFill>
          <a:uFillTx/>
          <a:latin typeface="Gothic A1"/>
          <a:ea typeface="Gothic A1"/>
          <a:cs typeface="Gothic A1"/>
          <a:sym typeface="Gothic A1"/>
        </a:defRPr>
      </a:lvl9pPr>
    </p:bodyStyle>
    <p:other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.jpe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111;p25"/>
          <p:cNvSpPr/>
          <p:nvPr/>
        </p:nvSpPr>
        <p:spPr>
          <a:xfrm>
            <a:off x="5880925" y="4433725"/>
            <a:ext cx="2889901" cy="200401"/>
          </a:xfrm>
          <a:prstGeom prst="ellipse">
            <a:avLst/>
          </a:prstGeom>
          <a:solidFill>
            <a:schemeClr val="accent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209" name="Google Shape;112;p25"/>
          <p:cNvSpPr txBox="1"/>
          <p:nvPr>
            <p:ph type="ctrTitle"/>
          </p:nvPr>
        </p:nvSpPr>
        <p:spPr>
          <a:xfrm>
            <a:off x="719999" y="922442"/>
            <a:ext cx="6931502" cy="1115401"/>
          </a:xfrm>
          <a:prstGeom prst="rect">
            <a:avLst/>
          </a:prstGeom>
        </p:spPr>
        <p:txBody>
          <a:bodyPr/>
          <a:lstStyle>
            <a:lvl1pPr defTabSz="758951">
              <a:defRPr sz="6142">
                <a:solidFill>
                  <a:srgbClr val="BE1F8E"/>
                </a:solidFill>
              </a:defRPr>
            </a:lvl1pPr>
          </a:lstStyle>
          <a:p>
            <a:pPr/>
            <a:r>
              <a:t>MONEY MAP</a:t>
            </a:r>
          </a:p>
        </p:txBody>
      </p:sp>
      <p:sp>
        <p:nvSpPr>
          <p:cNvPr id="210" name="Google Shape;113;p25"/>
          <p:cNvSpPr txBox="1"/>
          <p:nvPr>
            <p:ph type="subTitle" sz="quarter" idx="1"/>
          </p:nvPr>
        </p:nvSpPr>
        <p:spPr>
          <a:xfrm>
            <a:off x="720000" y="2883674"/>
            <a:ext cx="5296800" cy="1650901"/>
          </a:xfrm>
          <a:prstGeom prst="rect">
            <a:avLst/>
          </a:prstGeom>
        </p:spPr>
        <p:txBody>
          <a:bodyPr/>
          <a:lstStyle/>
          <a:p>
            <a:pPr marL="0" indent="0"/>
            <a:r>
              <a:t>SARAH SIDDIQUI (25BCE10451)</a:t>
            </a:r>
          </a:p>
          <a:p>
            <a:pPr marL="0" indent="0"/>
            <a:r>
              <a:t>JIYA KALRA (25BAI10733)</a:t>
            </a:r>
          </a:p>
          <a:p>
            <a:pPr marL="0" indent="0"/>
            <a:r>
              <a:t>SANSKRUTI CHANEKAR (25BAI10603)</a:t>
            </a:r>
          </a:p>
          <a:p>
            <a:pPr marL="0" indent="0"/>
            <a:r>
              <a:t>SNEHA SINGH (25BCE10614)</a:t>
            </a:r>
          </a:p>
          <a:p>
            <a:pPr marL="0" indent="0"/>
            <a:r>
              <a:t>CH INDUSHYA (25BHI10081)</a:t>
            </a:r>
          </a:p>
        </p:txBody>
      </p:sp>
      <p:sp>
        <p:nvSpPr>
          <p:cNvPr id="211" name="Google Shape;114;p25"/>
          <p:cNvSpPr/>
          <p:nvPr/>
        </p:nvSpPr>
        <p:spPr>
          <a:xfrm>
            <a:off x="813474" y="4340983"/>
            <a:ext cx="1458601" cy="93001"/>
          </a:xfrm>
          <a:prstGeom prst="rect">
            <a:avLst/>
          </a:prstGeom>
          <a:solidFill>
            <a:srgbClr val="BE1F8E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grpSp>
        <p:nvGrpSpPr>
          <p:cNvPr id="259" name="Google Shape;115;p25"/>
          <p:cNvGrpSpPr/>
          <p:nvPr/>
        </p:nvGrpSpPr>
        <p:grpSpPr>
          <a:xfrm>
            <a:off x="5714966" y="1459493"/>
            <a:ext cx="3124289" cy="3075035"/>
            <a:chOff x="0" y="0"/>
            <a:chExt cx="3124287" cy="3075034"/>
          </a:xfrm>
        </p:grpSpPr>
        <p:sp>
          <p:nvSpPr>
            <p:cNvPr id="212" name="Google Shape;116;p25"/>
            <p:cNvSpPr/>
            <p:nvPr/>
          </p:nvSpPr>
          <p:spPr>
            <a:xfrm flipH="1">
              <a:off x="674319" y="1056083"/>
              <a:ext cx="160170" cy="1607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97" h="21600" fill="norm" stroke="1" extrusionOk="0">
                  <a:moveTo>
                    <a:pt x="180" y="0"/>
                  </a:moveTo>
                  <a:cubicBezTo>
                    <a:pt x="180" y="0"/>
                    <a:pt x="-1203" y="1333"/>
                    <a:pt x="3704" y="6752"/>
                  </a:cubicBezTo>
                  <a:cubicBezTo>
                    <a:pt x="7793" y="11308"/>
                    <a:pt x="16500" y="21600"/>
                    <a:pt x="19447" y="21600"/>
                  </a:cubicBezTo>
                  <a:cubicBezTo>
                    <a:pt x="19940" y="21600"/>
                    <a:pt x="20265" y="21321"/>
                    <a:pt x="20397" y="20674"/>
                  </a:cubicBezTo>
                  <a:cubicBezTo>
                    <a:pt x="20397" y="20674"/>
                    <a:pt x="12111" y="1599"/>
                    <a:pt x="180" y="0"/>
                  </a:cubicBezTo>
                  <a:close/>
                </a:path>
              </a:pathLst>
            </a:custGeom>
            <a:solidFill>
              <a:srgbClr val="A3131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13" name="Google Shape;117;p25"/>
            <p:cNvSpPr/>
            <p:nvPr/>
          </p:nvSpPr>
          <p:spPr>
            <a:xfrm flipH="1">
              <a:off x="618296" y="901855"/>
              <a:ext cx="646631" cy="6831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49" h="21600" fill="norm" stroke="1" extrusionOk="0">
                  <a:moveTo>
                    <a:pt x="3515" y="0"/>
                  </a:moveTo>
                  <a:cubicBezTo>
                    <a:pt x="2510" y="0"/>
                    <a:pt x="1474" y="484"/>
                    <a:pt x="770" y="1478"/>
                  </a:cubicBezTo>
                  <a:cubicBezTo>
                    <a:pt x="-352" y="3100"/>
                    <a:pt x="2" y="4907"/>
                    <a:pt x="287" y="6716"/>
                  </a:cubicBezTo>
                  <a:cubicBezTo>
                    <a:pt x="835" y="10082"/>
                    <a:pt x="1861" y="13450"/>
                    <a:pt x="3147" y="16601"/>
                  </a:cubicBezTo>
                  <a:cubicBezTo>
                    <a:pt x="3725" y="17972"/>
                    <a:pt x="4269" y="19593"/>
                    <a:pt x="5329" y="20653"/>
                  </a:cubicBezTo>
                  <a:cubicBezTo>
                    <a:pt x="5870" y="21203"/>
                    <a:pt x="6593" y="21600"/>
                    <a:pt x="7343" y="21600"/>
                  </a:cubicBezTo>
                  <a:cubicBezTo>
                    <a:pt x="7484" y="21600"/>
                    <a:pt x="7626" y="21585"/>
                    <a:pt x="7767" y="21555"/>
                  </a:cubicBezTo>
                  <a:cubicBezTo>
                    <a:pt x="9246" y="21277"/>
                    <a:pt x="9981" y="19719"/>
                    <a:pt x="10848" y="18658"/>
                  </a:cubicBezTo>
                  <a:cubicBezTo>
                    <a:pt x="11684" y="17628"/>
                    <a:pt x="12483" y="16568"/>
                    <a:pt x="13319" y="15541"/>
                  </a:cubicBezTo>
                  <a:cubicBezTo>
                    <a:pt x="15118" y="13325"/>
                    <a:pt x="16882" y="11082"/>
                    <a:pt x="18647" y="8869"/>
                  </a:cubicBezTo>
                  <a:lnTo>
                    <a:pt x="20670" y="6343"/>
                  </a:lnTo>
                  <a:cubicBezTo>
                    <a:pt x="21248" y="5626"/>
                    <a:pt x="21150" y="4596"/>
                    <a:pt x="20476" y="3942"/>
                  </a:cubicBezTo>
                  <a:cubicBezTo>
                    <a:pt x="20120" y="3625"/>
                    <a:pt x="19668" y="3470"/>
                    <a:pt x="19213" y="3470"/>
                  </a:cubicBezTo>
                  <a:cubicBezTo>
                    <a:pt x="18727" y="3470"/>
                    <a:pt x="18241" y="3649"/>
                    <a:pt x="17875" y="4005"/>
                  </a:cubicBezTo>
                  <a:lnTo>
                    <a:pt x="8603" y="13513"/>
                  </a:lnTo>
                  <a:lnTo>
                    <a:pt x="6581" y="2634"/>
                  </a:lnTo>
                  <a:cubicBezTo>
                    <a:pt x="6550" y="2538"/>
                    <a:pt x="6516" y="2446"/>
                    <a:pt x="6485" y="2320"/>
                  </a:cubicBezTo>
                  <a:cubicBezTo>
                    <a:pt x="6052" y="797"/>
                    <a:pt x="4807" y="0"/>
                    <a:pt x="3515" y="0"/>
                  </a:cubicBezTo>
                  <a:close/>
                </a:path>
              </a:pathLst>
            </a:custGeom>
            <a:solidFill>
              <a:srgbClr val="A3137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14" name="Google Shape;118;p25"/>
            <p:cNvSpPr/>
            <p:nvPr/>
          </p:nvSpPr>
          <p:spPr>
            <a:xfrm flipH="1">
              <a:off x="389022" y="667442"/>
              <a:ext cx="444056" cy="5424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76" h="21600" fill="norm" stroke="1" extrusionOk="0">
                  <a:moveTo>
                    <a:pt x="5" y="15474"/>
                  </a:moveTo>
                  <a:cubicBezTo>
                    <a:pt x="5" y="15474"/>
                    <a:pt x="5" y="15474"/>
                    <a:pt x="0" y="15474"/>
                  </a:cubicBezTo>
                  <a:cubicBezTo>
                    <a:pt x="5" y="15474"/>
                    <a:pt x="5" y="15474"/>
                    <a:pt x="5" y="15474"/>
                  </a:cubicBezTo>
                  <a:close/>
                  <a:moveTo>
                    <a:pt x="8637" y="0"/>
                  </a:moveTo>
                  <a:cubicBezTo>
                    <a:pt x="8153" y="0"/>
                    <a:pt x="7623" y="275"/>
                    <a:pt x="7345" y="673"/>
                  </a:cubicBezTo>
                  <a:cubicBezTo>
                    <a:pt x="7011" y="1185"/>
                    <a:pt x="7057" y="1816"/>
                    <a:pt x="7107" y="2403"/>
                  </a:cubicBezTo>
                  <a:cubicBezTo>
                    <a:pt x="7294" y="4915"/>
                    <a:pt x="7916" y="8134"/>
                    <a:pt x="6436" y="10488"/>
                  </a:cubicBezTo>
                  <a:cubicBezTo>
                    <a:pt x="6203" y="10883"/>
                    <a:pt x="5819" y="11195"/>
                    <a:pt x="5440" y="11473"/>
                  </a:cubicBezTo>
                  <a:cubicBezTo>
                    <a:pt x="3723" y="12883"/>
                    <a:pt x="1909" y="14218"/>
                    <a:pt x="5" y="15474"/>
                  </a:cubicBezTo>
                  <a:cubicBezTo>
                    <a:pt x="18" y="15467"/>
                    <a:pt x="37" y="15459"/>
                    <a:pt x="59" y="15459"/>
                  </a:cubicBezTo>
                  <a:cubicBezTo>
                    <a:pt x="891" y="15459"/>
                    <a:pt x="6938" y="21104"/>
                    <a:pt x="7678" y="21600"/>
                  </a:cubicBezTo>
                  <a:cubicBezTo>
                    <a:pt x="9012" y="20066"/>
                    <a:pt x="10300" y="18498"/>
                    <a:pt x="11446" y="16888"/>
                  </a:cubicBezTo>
                  <a:cubicBezTo>
                    <a:pt x="12351" y="15553"/>
                    <a:pt x="13305" y="13985"/>
                    <a:pt x="14972" y="13199"/>
                  </a:cubicBezTo>
                  <a:cubicBezTo>
                    <a:pt x="16690" y="12334"/>
                    <a:pt x="18120" y="11274"/>
                    <a:pt x="19650" y="10138"/>
                  </a:cubicBezTo>
                  <a:cubicBezTo>
                    <a:pt x="21125" y="8999"/>
                    <a:pt x="21221" y="7269"/>
                    <a:pt x="21408" y="5738"/>
                  </a:cubicBezTo>
                  <a:cubicBezTo>
                    <a:pt x="21458" y="4956"/>
                    <a:pt x="21600" y="4366"/>
                    <a:pt x="21221" y="3621"/>
                  </a:cubicBezTo>
                  <a:cubicBezTo>
                    <a:pt x="20887" y="2952"/>
                    <a:pt x="20600" y="2207"/>
                    <a:pt x="19599" y="2049"/>
                  </a:cubicBezTo>
                  <a:cubicBezTo>
                    <a:pt x="19462" y="2023"/>
                    <a:pt x="19321" y="2008"/>
                    <a:pt x="19175" y="2008"/>
                  </a:cubicBezTo>
                  <a:cubicBezTo>
                    <a:pt x="18910" y="2008"/>
                    <a:pt x="18636" y="2053"/>
                    <a:pt x="18357" y="2128"/>
                  </a:cubicBezTo>
                  <a:cubicBezTo>
                    <a:pt x="17023" y="2444"/>
                    <a:pt x="15927" y="3226"/>
                    <a:pt x="14972" y="4050"/>
                  </a:cubicBezTo>
                  <a:cubicBezTo>
                    <a:pt x="14881" y="4129"/>
                    <a:pt x="14785" y="4208"/>
                    <a:pt x="14689" y="4249"/>
                  </a:cubicBezTo>
                  <a:cubicBezTo>
                    <a:pt x="14306" y="4599"/>
                    <a:pt x="13926" y="4994"/>
                    <a:pt x="13493" y="5268"/>
                  </a:cubicBezTo>
                  <a:cubicBezTo>
                    <a:pt x="13068" y="5543"/>
                    <a:pt x="12447" y="5663"/>
                    <a:pt x="11921" y="5817"/>
                  </a:cubicBezTo>
                  <a:cubicBezTo>
                    <a:pt x="11780" y="5896"/>
                    <a:pt x="11638" y="5934"/>
                    <a:pt x="11446" y="5934"/>
                  </a:cubicBezTo>
                  <a:cubicBezTo>
                    <a:pt x="11108" y="5896"/>
                    <a:pt x="10971" y="5543"/>
                    <a:pt x="10875" y="5306"/>
                  </a:cubicBezTo>
                  <a:cubicBezTo>
                    <a:pt x="10441" y="4012"/>
                    <a:pt x="10062" y="2677"/>
                    <a:pt x="9825" y="1342"/>
                  </a:cubicBezTo>
                  <a:cubicBezTo>
                    <a:pt x="9729" y="872"/>
                    <a:pt x="9633" y="402"/>
                    <a:pt x="9158" y="124"/>
                  </a:cubicBezTo>
                  <a:cubicBezTo>
                    <a:pt x="9003" y="38"/>
                    <a:pt x="8825" y="0"/>
                    <a:pt x="8637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15" name="Google Shape;119;p25"/>
            <p:cNvSpPr/>
            <p:nvPr/>
          </p:nvSpPr>
          <p:spPr>
            <a:xfrm flipH="1">
              <a:off x="1083541" y="388837"/>
              <a:ext cx="454259" cy="2832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97" h="21600" fill="norm" stroke="1" extrusionOk="0">
                  <a:moveTo>
                    <a:pt x="19039" y="0"/>
                  </a:moveTo>
                  <a:cubicBezTo>
                    <a:pt x="11665" y="1203"/>
                    <a:pt x="4572" y="7440"/>
                    <a:pt x="0" y="16911"/>
                  </a:cubicBezTo>
                  <a:cubicBezTo>
                    <a:pt x="232" y="17293"/>
                    <a:pt x="514" y="17667"/>
                    <a:pt x="746" y="17970"/>
                  </a:cubicBezTo>
                  <a:cubicBezTo>
                    <a:pt x="2901" y="20685"/>
                    <a:pt x="5685" y="21600"/>
                    <a:pt x="8456" y="21600"/>
                  </a:cubicBezTo>
                  <a:cubicBezTo>
                    <a:pt x="8983" y="21600"/>
                    <a:pt x="9511" y="21564"/>
                    <a:pt x="10029" y="21506"/>
                  </a:cubicBezTo>
                  <a:cubicBezTo>
                    <a:pt x="13765" y="21125"/>
                    <a:pt x="17403" y="19468"/>
                    <a:pt x="20760" y="16767"/>
                  </a:cubicBezTo>
                  <a:cubicBezTo>
                    <a:pt x="21323" y="14434"/>
                    <a:pt x="21600" y="11949"/>
                    <a:pt x="21461" y="9471"/>
                  </a:cubicBezTo>
                  <a:cubicBezTo>
                    <a:pt x="21278" y="5784"/>
                    <a:pt x="20107" y="2931"/>
                    <a:pt x="19039" y="0"/>
                  </a:cubicBezTo>
                  <a:close/>
                </a:path>
              </a:pathLst>
            </a:custGeom>
            <a:solidFill>
              <a:srgbClr val="F4C3B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16" name="Google Shape;120;p25"/>
            <p:cNvSpPr/>
            <p:nvPr/>
          </p:nvSpPr>
          <p:spPr>
            <a:xfrm flipH="1">
              <a:off x="1128776" y="191439"/>
              <a:ext cx="475786" cy="4258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00" h="21600" fill="norm" stroke="1" extrusionOk="0">
                  <a:moveTo>
                    <a:pt x="18070" y="0"/>
                  </a:moveTo>
                  <a:cubicBezTo>
                    <a:pt x="13062" y="949"/>
                    <a:pt x="8270" y="2501"/>
                    <a:pt x="3840" y="5801"/>
                  </a:cubicBezTo>
                  <a:cubicBezTo>
                    <a:pt x="2727" y="6601"/>
                    <a:pt x="1622" y="7550"/>
                    <a:pt x="913" y="8853"/>
                  </a:cubicBezTo>
                  <a:cubicBezTo>
                    <a:pt x="-22" y="10553"/>
                    <a:pt x="-200" y="12699"/>
                    <a:pt x="204" y="14654"/>
                  </a:cubicBezTo>
                  <a:cubicBezTo>
                    <a:pt x="645" y="16953"/>
                    <a:pt x="1750" y="19756"/>
                    <a:pt x="3304" y="21600"/>
                  </a:cubicBezTo>
                  <a:cubicBezTo>
                    <a:pt x="7650" y="15301"/>
                    <a:pt x="14391" y="11152"/>
                    <a:pt x="21400" y="10352"/>
                  </a:cubicBezTo>
                  <a:cubicBezTo>
                    <a:pt x="20555" y="8752"/>
                    <a:pt x="19714" y="7152"/>
                    <a:pt x="19446" y="5150"/>
                  </a:cubicBezTo>
                  <a:cubicBezTo>
                    <a:pt x="19183" y="3349"/>
                    <a:pt x="18737" y="1653"/>
                    <a:pt x="18070" y="0"/>
                  </a:cubicBezTo>
                  <a:close/>
                </a:path>
              </a:pathLst>
            </a:custGeom>
            <a:solidFill>
              <a:srgbClr val="F4C3B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17" name="Google Shape;121;p25"/>
            <p:cNvSpPr/>
            <p:nvPr/>
          </p:nvSpPr>
          <p:spPr>
            <a:xfrm flipH="1">
              <a:off x="1393471" y="367485"/>
              <a:ext cx="35661" cy="588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011" h="21600" fill="norm" stroke="1" extrusionOk="0">
                  <a:moveTo>
                    <a:pt x="7063" y="0"/>
                  </a:moveTo>
                  <a:cubicBezTo>
                    <a:pt x="6560" y="0"/>
                    <a:pt x="6056" y="35"/>
                    <a:pt x="5553" y="173"/>
                  </a:cubicBezTo>
                  <a:cubicBezTo>
                    <a:pt x="820" y="901"/>
                    <a:pt x="-1295" y="6310"/>
                    <a:pt x="820" y="12100"/>
                  </a:cubicBezTo>
                  <a:cubicBezTo>
                    <a:pt x="2733" y="17786"/>
                    <a:pt x="7365" y="21600"/>
                    <a:pt x="12199" y="21600"/>
                  </a:cubicBezTo>
                  <a:cubicBezTo>
                    <a:pt x="12602" y="21600"/>
                    <a:pt x="13004" y="21565"/>
                    <a:pt x="13457" y="21496"/>
                  </a:cubicBezTo>
                  <a:cubicBezTo>
                    <a:pt x="18190" y="20768"/>
                    <a:pt x="20305" y="15359"/>
                    <a:pt x="18190" y="9188"/>
                  </a:cubicBezTo>
                  <a:cubicBezTo>
                    <a:pt x="16327" y="4022"/>
                    <a:pt x="11443" y="0"/>
                    <a:pt x="7063" y="0"/>
                  </a:cubicBezTo>
                  <a:close/>
                </a:path>
              </a:pathLst>
            </a:custGeom>
            <a:solidFill>
              <a:srgbClr val="44393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18" name="Google Shape;122;p25"/>
            <p:cNvSpPr/>
            <p:nvPr/>
          </p:nvSpPr>
          <p:spPr>
            <a:xfrm flipH="1">
              <a:off x="1204651" y="298635"/>
              <a:ext cx="32214" cy="537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087" h="21600" fill="norm" stroke="1" extrusionOk="0">
                  <a:moveTo>
                    <a:pt x="6854" y="0"/>
                  </a:moveTo>
                  <a:cubicBezTo>
                    <a:pt x="6406" y="0"/>
                    <a:pt x="6014" y="38"/>
                    <a:pt x="5623" y="114"/>
                  </a:cubicBezTo>
                  <a:cubicBezTo>
                    <a:pt x="922" y="911"/>
                    <a:pt x="-1428" y="6453"/>
                    <a:pt x="922" y="12375"/>
                  </a:cubicBezTo>
                  <a:cubicBezTo>
                    <a:pt x="2489" y="17842"/>
                    <a:pt x="7525" y="21600"/>
                    <a:pt x="11946" y="21600"/>
                  </a:cubicBezTo>
                  <a:cubicBezTo>
                    <a:pt x="12394" y="21600"/>
                    <a:pt x="12785" y="21562"/>
                    <a:pt x="13177" y="21524"/>
                  </a:cubicBezTo>
                  <a:cubicBezTo>
                    <a:pt x="18437" y="20727"/>
                    <a:pt x="20172" y="15564"/>
                    <a:pt x="18437" y="9604"/>
                  </a:cubicBezTo>
                  <a:cubicBezTo>
                    <a:pt x="16311" y="4138"/>
                    <a:pt x="11666" y="0"/>
                    <a:pt x="6854" y="0"/>
                  </a:cubicBezTo>
                  <a:close/>
                </a:path>
              </a:pathLst>
            </a:custGeom>
            <a:solidFill>
              <a:srgbClr val="44393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19" name="Google Shape;123;p25"/>
            <p:cNvSpPr/>
            <p:nvPr/>
          </p:nvSpPr>
          <p:spPr>
            <a:xfrm flipH="1">
              <a:off x="1209619" y="226195"/>
              <a:ext cx="71639" cy="505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96" h="21600" fill="norm" stroke="1" extrusionOk="0">
                  <a:moveTo>
                    <a:pt x="17480" y="0"/>
                  </a:moveTo>
                  <a:cubicBezTo>
                    <a:pt x="10997" y="0"/>
                    <a:pt x="4290" y="4966"/>
                    <a:pt x="462" y="13808"/>
                  </a:cubicBezTo>
                  <a:lnTo>
                    <a:pt x="462" y="14212"/>
                  </a:lnTo>
                  <a:cubicBezTo>
                    <a:pt x="183" y="14212"/>
                    <a:pt x="183" y="14615"/>
                    <a:pt x="183" y="15059"/>
                  </a:cubicBezTo>
                  <a:cubicBezTo>
                    <a:pt x="-404" y="17603"/>
                    <a:pt x="462" y="20550"/>
                    <a:pt x="2223" y="21358"/>
                  </a:cubicBezTo>
                  <a:cubicBezTo>
                    <a:pt x="2530" y="21519"/>
                    <a:pt x="2837" y="21600"/>
                    <a:pt x="3173" y="21600"/>
                  </a:cubicBezTo>
                  <a:cubicBezTo>
                    <a:pt x="4654" y="21600"/>
                    <a:pt x="6107" y="20066"/>
                    <a:pt x="6610" y="18007"/>
                  </a:cubicBezTo>
                  <a:cubicBezTo>
                    <a:pt x="8342" y="10416"/>
                    <a:pt x="13595" y="4118"/>
                    <a:pt x="20022" y="3270"/>
                  </a:cubicBezTo>
                  <a:cubicBezTo>
                    <a:pt x="20609" y="3270"/>
                    <a:pt x="21196" y="2826"/>
                    <a:pt x="21196" y="1978"/>
                  </a:cubicBezTo>
                  <a:cubicBezTo>
                    <a:pt x="21196" y="1130"/>
                    <a:pt x="20889" y="283"/>
                    <a:pt x="20302" y="283"/>
                  </a:cubicBezTo>
                  <a:cubicBezTo>
                    <a:pt x="19380" y="81"/>
                    <a:pt x="18430" y="0"/>
                    <a:pt x="17480" y="0"/>
                  </a:cubicBezTo>
                  <a:close/>
                </a:path>
              </a:pathLst>
            </a:custGeom>
            <a:solidFill>
              <a:srgbClr val="68443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20" name="Google Shape;124;p25"/>
            <p:cNvSpPr/>
            <p:nvPr/>
          </p:nvSpPr>
          <p:spPr>
            <a:xfrm flipH="1">
              <a:off x="1410644" y="314690"/>
              <a:ext cx="78054" cy="366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79" h="21600" fill="norm" stroke="1" extrusionOk="0">
                  <a:moveTo>
                    <a:pt x="15573" y="0"/>
                  </a:moveTo>
                  <a:cubicBezTo>
                    <a:pt x="9157" y="0"/>
                    <a:pt x="3259" y="7571"/>
                    <a:pt x="0" y="18594"/>
                  </a:cubicBezTo>
                  <a:cubicBezTo>
                    <a:pt x="0" y="19151"/>
                    <a:pt x="0" y="20320"/>
                    <a:pt x="285" y="20932"/>
                  </a:cubicBezTo>
                  <a:cubicBezTo>
                    <a:pt x="491" y="21433"/>
                    <a:pt x="724" y="21600"/>
                    <a:pt x="931" y="21600"/>
                  </a:cubicBezTo>
                  <a:cubicBezTo>
                    <a:pt x="1216" y="21600"/>
                    <a:pt x="1474" y="21266"/>
                    <a:pt x="1604" y="20932"/>
                  </a:cubicBezTo>
                  <a:cubicBezTo>
                    <a:pt x="4579" y="14530"/>
                    <a:pt x="8562" y="11412"/>
                    <a:pt x="12262" y="11412"/>
                  </a:cubicBezTo>
                  <a:cubicBezTo>
                    <a:pt x="13943" y="11412"/>
                    <a:pt x="15573" y="12080"/>
                    <a:pt x="17021" y="13361"/>
                  </a:cubicBezTo>
                  <a:cubicBezTo>
                    <a:pt x="17280" y="13361"/>
                    <a:pt x="17565" y="13973"/>
                    <a:pt x="17823" y="13973"/>
                  </a:cubicBezTo>
                  <a:cubicBezTo>
                    <a:pt x="17953" y="13973"/>
                    <a:pt x="18082" y="14029"/>
                    <a:pt x="18237" y="14029"/>
                  </a:cubicBezTo>
                  <a:cubicBezTo>
                    <a:pt x="19712" y="14029"/>
                    <a:pt x="21083" y="11301"/>
                    <a:pt x="21341" y="8128"/>
                  </a:cubicBezTo>
                  <a:cubicBezTo>
                    <a:pt x="21600" y="4621"/>
                    <a:pt x="20514" y="1169"/>
                    <a:pt x="18625" y="557"/>
                  </a:cubicBezTo>
                  <a:cubicBezTo>
                    <a:pt x="17616" y="167"/>
                    <a:pt x="16582" y="0"/>
                    <a:pt x="15573" y="0"/>
                  </a:cubicBezTo>
                  <a:close/>
                </a:path>
              </a:pathLst>
            </a:custGeom>
            <a:solidFill>
              <a:srgbClr val="68443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21" name="Google Shape;125;p25"/>
            <p:cNvSpPr/>
            <p:nvPr/>
          </p:nvSpPr>
          <p:spPr>
            <a:xfrm flipH="1">
              <a:off x="1101199" y="163767"/>
              <a:ext cx="665537" cy="3421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0319" y="0"/>
                  </a:moveTo>
                  <a:lnTo>
                    <a:pt x="5281" y="11083"/>
                  </a:lnTo>
                  <a:lnTo>
                    <a:pt x="0" y="18118"/>
                  </a:lnTo>
                  <a:lnTo>
                    <a:pt x="5793" y="13134"/>
                  </a:lnTo>
                  <a:cubicBezTo>
                    <a:pt x="5793" y="13134"/>
                    <a:pt x="6489" y="21600"/>
                    <a:pt x="9594" y="21600"/>
                  </a:cubicBezTo>
                  <a:cubicBezTo>
                    <a:pt x="10008" y="21600"/>
                    <a:pt x="10467" y="21451"/>
                    <a:pt x="10976" y="21105"/>
                  </a:cubicBezTo>
                  <a:cubicBezTo>
                    <a:pt x="15231" y="18178"/>
                    <a:pt x="14143" y="9336"/>
                    <a:pt x="14112" y="9152"/>
                  </a:cubicBezTo>
                  <a:cubicBezTo>
                    <a:pt x="14112" y="9152"/>
                    <a:pt x="14943" y="8716"/>
                    <a:pt x="15007" y="8657"/>
                  </a:cubicBezTo>
                  <a:cubicBezTo>
                    <a:pt x="15194" y="11590"/>
                    <a:pt x="16352" y="14583"/>
                    <a:pt x="17980" y="14583"/>
                  </a:cubicBezTo>
                  <a:cubicBezTo>
                    <a:pt x="18044" y="14583"/>
                    <a:pt x="18109" y="14577"/>
                    <a:pt x="18173" y="14565"/>
                  </a:cubicBezTo>
                  <a:cubicBezTo>
                    <a:pt x="19871" y="14255"/>
                    <a:pt x="21600" y="11894"/>
                    <a:pt x="21600" y="8341"/>
                  </a:cubicBezTo>
                  <a:cubicBezTo>
                    <a:pt x="21566" y="5479"/>
                    <a:pt x="21024" y="2492"/>
                    <a:pt x="20319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22" name="Google Shape;126;p25"/>
            <p:cNvSpPr/>
            <p:nvPr/>
          </p:nvSpPr>
          <p:spPr>
            <a:xfrm flipH="1">
              <a:off x="1092416" y="0"/>
              <a:ext cx="1774289" cy="24032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3" h="21600" fill="norm" stroke="1" extrusionOk="0">
                  <a:moveTo>
                    <a:pt x="16858" y="0"/>
                  </a:moveTo>
                  <a:cubicBezTo>
                    <a:pt x="15819" y="0"/>
                    <a:pt x="14764" y="344"/>
                    <a:pt x="14039" y="914"/>
                  </a:cubicBezTo>
                  <a:cubicBezTo>
                    <a:pt x="13037" y="1703"/>
                    <a:pt x="12632" y="2864"/>
                    <a:pt x="12799" y="3945"/>
                  </a:cubicBezTo>
                  <a:cubicBezTo>
                    <a:pt x="13002" y="5265"/>
                    <a:pt x="14027" y="6497"/>
                    <a:pt x="15506" y="7224"/>
                  </a:cubicBezTo>
                  <a:cubicBezTo>
                    <a:pt x="15899" y="7419"/>
                    <a:pt x="15982" y="7809"/>
                    <a:pt x="15697" y="8083"/>
                  </a:cubicBezTo>
                  <a:cubicBezTo>
                    <a:pt x="15434" y="8340"/>
                    <a:pt x="15016" y="8482"/>
                    <a:pt x="14683" y="8685"/>
                  </a:cubicBezTo>
                  <a:cubicBezTo>
                    <a:pt x="14003" y="9102"/>
                    <a:pt x="13681" y="9758"/>
                    <a:pt x="13479" y="10396"/>
                  </a:cubicBezTo>
                  <a:cubicBezTo>
                    <a:pt x="13169" y="11344"/>
                    <a:pt x="13037" y="12301"/>
                    <a:pt x="12775" y="13250"/>
                  </a:cubicBezTo>
                  <a:cubicBezTo>
                    <a:pt x="12656" y="13729"/>
                    <a:pt x="12478" y="14189"/>
                    <a:pt x="12287" y="14650"/>
                  </a:cubicBezTo>
                  <a:cubicBezTo>
                    <a:pt x="12048" y="15243"/>
                    <a:pt x="11595" y="15793"/>
                    <a:pt x="11524" y="16369"/>
                  </a:cubicBezTo>
                  <a:lnTo>
                    <a:pt x="6637" y="19470"/>
                  </a:lnTo>
                  <a:lnTo>
                    <a:pt x="1117" y="18025"/>
                  </a:lnTo>
                  <a:cubicBezTo>
                    <a:pt x="1023" y="18002"/>
                    <a:pt x="928" y="17991"/>
                    <a:pt x="830" y="17991"/>
                  </a:cubicBezTo>
                  <a:cubicBezTo>
                    <a:pt x="568" y="17991"/>
                    <a:pt x="312" y="18076"/>
                    <a:pt x="164" y="18239"/>
                  </a:cubicBezTo>
                  <a:cubicBezTo>
                    <a:pt x="-147" y="18549"/>
                    <a:pt x="8" y="18965"/>
                    <a:pt x="438" y="19134"/>
                  </a:cubicBezTo>
                  <a:lnTo>
                    <a:pt x="6374" y="21500"/>
                  </a:lnTo>
                  <a:cubicBezTo>
                    <a:pt x="6548" y="21566"/>
                    <a:pt x="6739" y="21600"/>
                    <a:pt x="6927" y="21600"/>
                  </a:cubicBezTo>
                  <a:cubicBezTo>
                    <a:pt x="7138" y="21600"/>
                    <a:pt x="7347" y="21558"/>
                    <a:pt x="7530" y="21474"/>
                  </a:cubicBezTo>
                  <a:lnTo>
                    <a:pt x="7697" y="21393"/>
                  </a:lnTo>
                  <a:lnTo>
                    <a:pt x="14123" y="18390"/>
                  </a:lnTo>
                  <a:cubicBezTo>
                    <a:pt x="14266" y="18416"/>
                    <a:pt x="14409" y="18434"/>
                    <a:pt x="14563" y="18442"/>
                  </a:cubicBezTo>
                  <a:cubicBezTo>
                    <a:pt x="14756" y="18463"/>
                    <a:pt x="14940" y="18472"/>
                    <a:pt x="15116" y="18472"/>
                  </a:cubicBezTo>
                  <a:cubicBezTo>
                    <a:pt x="15569" y="18472"/>
                    <a:pt x="15966" y="18409"/>
                    <a:pt x="16327" y="18300"/>
                  </a:cubicBezTo>
                  <a:cubicBezTo>
                    <a:pt x="16327" y="18300"/>
                    <a:pt x="17770" y="17955"/>
                    <a:pt x="18855" y="16210"/>
                  </a:cubicBezTo>
                  <a:cubicBezTo>
                    <a:pt x="19403" y="15483"/>
                    <a:pt x="19845" y="14712"/>
                    <a:pt x="20203" y="13914"/>
                  </a:cubicBezTo>
                  <a:cubicBezTo>
                    <a:pt x="20714" y="12771"/>
                    <a:pt x="21215" y="11619"/>
                    <a:pt x="21048" y="10387"/>
                  </a:cubicBezTo>
                  <a:cubicBezTo>
                    <a:pt x="20965" y="9811"/>
                    <a:pt x="20941" y="8881"/>
                    <a:pt x="20464" y="8393"/>
                  </a:cubicBezTo>
                  <a:cubicBezTo>
                    <a:pt x="20279" y="8210"/>
                    <a:pt x="19988" y="8073"/>
                    <a:pt x="19681" y="8073"/>
                  </a:cubicBezTo>
                  <a:cubicBezTo>
                    <a:pt x="19633" y="8073"/>
                    <a:pt x="19584" y="8076"/>
                    <a:pt x="19535" y="8083"/>
                  </a:cubicBezTo>
                  <a:cubicBezTo>
                    <a:pt x="18735" y="6958"/>
                    <a:pt x="20070" y="6994"/>
                    <a:pt x="20953" y="6186"/>
                  </a:cubicBezTo>
                  <a:cubicBezTo>
                    <a:pt x="21156" y="5991"/>
                    <a:pt x="21334" y="5771"/>
                    <a:pt x="21453" y="5531"/>
                  </a:cubicBezTo>
                  <a:cubicBezTo>
                    <a:pt x="20595" y="5849"/>
                    <a:pt x="19666" y="6045"/>
                    <a:pt x="18711" y="6090"/>
                  </a:cubicBezTo>
                  <a:cubicBezTo>
                    <a:pt x="18579" y="6096"/>
                    <a:pt x="18444" y="6101"/>
                    <a:pt x="18309" y="6101"/>
                  </a:cubicBezTo>
                  <a:cubicBezTo>
                    <a:pt x="17601" y="6101"/>
                    <a:pt x="16890" y="5993"/>
                    <a:pt x="16340" y="5673"/>
                  </a:cubicBezTo>
                  <a:cubicBezTo>
                    <a:pt x="15827" y="5381"/>
                    <a:pt x="15458" y="4787"/>
                    <a:pt x="15315" y="4317"/>
                  </a:cubicBezTo>
                  <a:cubicBezTo>
                    <a:pt x="15207" y="3971"/>
                    <a:pt x="15255" y="3591"/>
                    <a:pt x="15506" y="3289"/>
                  </a:cubicBezTo>
                  <a:cubicBezTo>
                    <a:pt x="15697" y="3058"/>
                    <a:pt x="15994" y="2890"/>
                    <a:pt x="16293" y="2749"/>
                  </a:cubicBezTo>
                  <a:cubicBezTo>
                    <a:pt x="17484" y="2164"/>
                    <a:pt x="18772" y="1889"/>
                    <a:pt x="20118" y="1721"/>
                  </a:cubicBezTo>
                  <a:cubicBezTo>
                    <a:pt x="19701" y="1029"/>
                    <a:pt x="19010" y="444"/>
                    <a:pt x="18068" y="170"/>
                  </a:cubicBezTo>
                  <a:cubicBezTo>
                    <a:pt x="17681" y="54"/>
                    <a:pt x="17271" y="0"/>
                    <a:pt x="16858" y="0"/>
                  </a:cubicBezTo>
                  <a:close/>
                </a:path>
              </a:pathLst>
            </a:custGeom>
            <a:solidFill>
              <a:srgbClr val="BE1F8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23" name="Google Shape;127;p25"/>
            <p:cNvSpPr/>
            <p:nvPr/>
          </p:nvSpPr>
          <p:spPr>
            <a:xfrm flipH="1">
              <a:off x="606486" y="1803521"/>
              <a:ext cx="909883" cy="11348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6" h="21600" fill="norm" stroke="1" extrusionOk="0">
                  <a:moveTo>
                    <a:pt x="4931" y="0"/>
                  </a:moveTo>
                  <a:cubicBezTo>
                    <a:pt x="2815" y="3696"/>
                    <a:pt x="0" y="4427"/>
                    <a:pt x="0" y="4427"/>
                  </a:cubicBezTo>
                  <a:lnTo>
                    <a:pt x="10928" y="12234"/>
                  </a:lnTo>
                  <a:lnTo>
                    <a:pt x="18553" y="21055"/>
                  </a:lnTo>
                  <a:cubicBezTo>
                    <a:pt x="18870" y="21406"/>
                    <a:pt x="19366" y="21600"/>
                    <a:pt x="19867" y="21600"/>
                  </a:cubicBezTo>
                  <a:cubicBezTo>
                    <a:pt x="20250" y="21600"/>
                    <a:pt x="20636" y="21487"/>
                    <a:pt x="20950" y="21242"/>
                  </a:cubicBezTo>
                  <a:cubicBezTo>
                    <a:pt x="21484" y="20867"/>
                    <a:pt x="21600" y="20210"/>
                    <a:pt x="21275" y="19704"/>
                  </a:cubicBezTo>
                  <a:lnTo>
                    <a:pt x="15090" y="9757"/>
                  </a:lnTo>
                  <a:lnTo>
                    <a:pt x="15044" y="9664"/>
                  </a:lnTo>
                  <a:lnTo>
                    <a:pt x="14718" y="9364"/>
                  </a:lnTo>
                  <a:lnTo>
                    <a:pt x="4931" y="0"/>
                  </a:lnTo>
                  <a:close/>
                </a:path>
              </a:pathLst>
            </a:custGeom>
            <a:solidFill>
              <a:srgbClr val="A3137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24" name="Google Shape;128;p25"/>
            <p:cNvSpPr/>
            <p:nvPr/>
          </p:nvSpPr>
          <p:spPr>
            <a:xfrm flipH="1">
              <a:off x="278983" y="2713215"/>
              <a:ext cx="446619" cy="3187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618" y="0"/>
                  </a:moveTo>
                  <a:cubicBezTo>
                    <a:pt x="19371" y="0"/>
                    <a:pt x="19124" y="51"/>
                    <a:pt x="18882" y="154"/>
                  </a:cubicBezTo>
                  <a:lnTo>
                    <a:pt x="5148" y="8038"/>
                  </a:lnTo>
                  <a:lnTo>
                    <a:pt x="0" y="14118"/>
                  </a:lnTo>
                  <a:lnTo>
                    <a:pt x="4435" y="21600"/>
                  </a:lnTo>
                  <a:lnTo>
                    <a:pt x="21600" y="1427"/>
                  </a:lnTo>
                  <a:lnTo>
                    <a:pt x="21509" y="1222"/>
                  </a:lnTo>
                  <a:cubicBezTo>
                    <a:pt x="21011" y="422"/>
                    <a:pt x="20326" y="0"/>
                    <a:pt x="19618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25" name="Google Shape;129;p25"/>
            <p:cNvSpPr/>
            <p:nvPr/>
          </p:nvSpPr>
          <p:spPr>
            <a:xfrm flipH="1">
              <a:off x="267241" y="2734276"/>
              <a:ext cx="366658" cy="340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65" h="21600" fill="norm" stroke="1" extrusionOk="0">
                  <a:moveTo>
                    <a:pt x="20681" y="0"/>
                  </a:moveTo>
                  <a:lnTo>
                    <a:pt x="0" y="18870"/>
                  </a:lnTo>
                  <a:lnTo>
                    <a:pt x="1778" y="21181"/>
                  </a:lnTo>
                  <a:cubicBezTo>
                    <a:pt x="2003" y="21456"/>
                    <a:pt x="2311" y="21600"/>
                    <a:pt x="2620" y="21600"/>
                  </a:cubicBezTo>
                  <a:cubicBezTo>
                    <a:pt x="2873" y="21600"/>
                    <a:pt x="3126" y="21504"/>
                    <a:pt x="3335" y="21307"/>
                  </a:cubicBezTo>
                  <a:lnTo>
                    <a:pt x="8387" y="16679"/>
                  </a:lnTo>
                  <a:cubicBezTo>
                    <a:pt x="8849" y="16308"/>
                    <a:pt x="8904" y="15559"/>
                    <a:pt x="8502" y="15057"/>
                  </a:cubicBezTo>
                  <a:lnTo>
                    <a:pt x="8216" y="14679"/>
                  </a:lnTo>
                  <a:lnTo>
                    <a:pt x="20681" y="3245"/>
                  </a:lnTo>
                  <a:cubicBezTo>
                    <a:pt x="21490" y="2496"/>
                    <a:pt x="21600" y="1179"/>
                    <a:pt x="20912" y="305"/>
                  </a:cubicBezTo>
                  <a:lnTo>
                    <a:pt x="20681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26" name="Google Shape;130;p25"/>
            <p:cNvSpPr/>
            <p:nvPr/>
          </p:nvSpPr>
          <p:spPr>
            <a:xfrm flipH="1">
              <a:off x="2740816" y="1944433"/>
              <a:ext cx="360865" cy="4148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042" y="0"/>
                  </a:moveTo>
                  <a:lnTo>
                    <a:pt x="0" y="21152"/>
                  </a:lnTo>
                  <a:lnTo>
                    <a:pt x="175" y="21256"/>
                  </a:lnTo>
                  <a:cubicBezTo>
                    <a:pt x="678" y="21487"/>
                    <a:pt x="1210" y="21600"/>
                    <a:pt x="1747" y="21600"/>
                  </a:cubicBezTo>
                  <a:cubicBezTo>
                    <a:pt x="2408" y="21600"/>
                    <a:pt x="3070" y="21423"/>
                    <a:pt x="3657" y="21049"/>
                  </a:cubicBezTo>
                  <a:lnTo>
                    <a:pt x="17349" y="10166"/>
                  </a:lnTo>
                  <a:lnTo>
                    <a:pt x="21600" y="3802"/>
                  </a:lnTo>
                  <a:lnTo>
                    <a:pt x="14042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27" name="Google Shape;131;p25"/>
            <p:cNvSpPr/>
            <p:nvPr/>
          </p:nvSpPr>
          <p:spPr>
            <a:xfrm flipH="1">
              <a:off x="2867085" y="1917422"/>
              <a:ext cx="257203" cy="4332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83" h="21600" fill="norm" stroke="1" extrusionOk="0">
                  <a:moveTo>
                    <a:pt x="17014" y="0"/>
                  </a:moveTo>
                  <a:cubicBezTo>
                    <a:pt x="16469" y="0"/>
                    <a:pt x="15941" y="165"/>
                    <a:pt x="15660" y="461"/>
                  </a:cubicBezTo>
                  <a:lnTo>
                    <a:pt x="10955" y="5429"/>
                  </a:lnTo>
                  <a:cubicBezTo>
                    <a:pt x="10550" y="5867"/>
                    <a:pt x="10791" y="6461"/>
                    <a:pt x="11523" y="6706"/>
                  </a:cubicBezTo>
                  <a:lnTo>
                    <a:pt x="12090" y="6903"/>
                  </a:lnTo>
                  <a:lnTo>
                    <a:pt x="400" y="19142"/>
                  </a:lnTo>
                  <a:cubicBezTo>
                    <a:pt x="-417" y="19928"/>
                    <a:pt x="73" y="20964"/>
                    <a:pt x="1372" y="21454"/>
                  </a:cubicBezTo>
                  <a:lnTo>
                    <a:pt x="1862" y="21600"/>
                  </a:lnTo>
                  <a:lnTo>
                    <a:pt x="21183" y="1347"/>
                  </a:lnTo>
                  <a:lnTo>
                    <a:pt x="17776" y="118"/>
                  </a:lnTo>
                  <a:cubicBezTo>
                    <a:pt x="17535" y="38"/>
                    <a:pt x="17278" y="0"/>
                    <a:pt x="17014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28" name="Google Shape;132;p25"/>
            <p:cNvSpPr/>
            <p:nvPr/>
          </p:nvSpPr>
          <p:spPr>
            <a:xfrm flipH="1">
              <a:off x="1308649" y="898360"/>
              <a:ext cx="188926" cy="908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4034" h="21600" fill="norm" stroke="1" extrusionOk="0">
                  <a:moveTo>
                    <a:pt x="11498" y="0"/>
                  </a:moveTo>
                  <a:lnTo>
                    <a:pt x="10404" y="117"/>
                  </a:lnTo>
                  <a:cubicBezTo>
                    <a:pt x="10551" y="211"/>
                    <a:pt x="20358" y="9945"/>
                    <a:pt x="0" y="21411"/>
                  </a:cubicBezTo>
                  <a:lnTo>
                    <a:pt x="1024" y="21600"/>
                  </a:lnTo>
                  <a:cubicBezTo>
                    <a:pt x="21600" y="9990"/>
                    <a:pt x="11645" y="94"/>
                    <a:pt x="11498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29" name="Google Shape;133;p25"/>
            <p:cNvSpPr/>
            <p:nvPr/>
          </p:nvSpPr>
          <p:spPr>
            <a:xfrm flipH="1">
              <a:off x="1338817" y="1253285"/>
              <a:ext cx="74973" cy="2172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7569" h="21600" fill="norm" stroke="1" extrusionOk="0">
                  <a:moveTo>
                    <a:pt x="2918" y="0"/>
                  </a:moveTo>
                  <a:cubicBezTo>
                    <a:pt x="2099" y="0"/>
                    <a:pt x="-4031" y="347"/>
                    <a:pt x="4401" y="10885"/>
                  </a:cubicBezTo>
                  <a:cubicBezTo>
                    <a:pt x="11262" y="19393"/>
                    <a:pt x="13430" y="21600"/>
                    <a:pt x="15511" y="21600"/>
                  </a:cubicBezTo>
                  <a:cubicBezTo>
                    <a:pt x="16153" y="21600"/>
                    <a:pt x="16794" y="21384"/>
                    <a:pt x="17569" y="21074"/>
                  </a:cubicBezTo>
                  <a:cubicBezTo>
                    <a:pt x="17569" y="21074"/>
                    <a:pt x="14780" y="3625"/>
                    <a:pt x="3007" y="0"/>
                  </a:cubicBezTo>
                  <a:cubicBezTo>
                    <a:pt x="3007" y="0"/>
                    <a:pt x="2985" y="0"/>
                    <a:pt x="2918" y="0"/>
                  </a:cubicBezTo>
                  <a:close/>
                </a:path>
              </a:pathLst>
            </a:custGeom>
            <a:solidFill>
              <a:srgbClr val="A3131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30" name="Google Shape;134;p25"/>
            <p:cNvSpPr/>
            <p:nvPr/>
          </p:nvSpPr>
          <p:spPr>
            <a:xfrm flipH="1">
              <a:off x="1215968" y="936988"/>
              <a:ext cx="672945" cy="6741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11" h="21600" fill="norm" stroke="1" extrusionOk="0">
                  <a:moveTo>
                    <a:pt x="7265" y="0"/>
                  </a:moveTo>
                  <a:cubicBezTo>
                    <a:pt x="6774" y="0"/>
                    <a:pt x="6256" y="118"/>
                    <a:pt x="5747" y="372"/>
                  </a:cubicBezTo>
                  <a:cubicBezTo>
                    <a:pt x="3976" y="1226"/>
                    <a:pt x="3416" y="3026"/>
                    <a:pt x="2764" y="4766"/>
                  </a:cubicBezTo>
                  <a:cubicBezTo>
                    <a:pt x="1549" y="7986"/>
                    <a:pt x="775" y="11463"/>
                    <a:pt x="308" y="14873"/>
                  </a:cubicBezTo>
                  <a:cubicBezTo>
                    <a:pt x="121" y="16329"/>
                    <a:pt x="-189" y="18032"/>
                    <a:pt x="153" y="19485"/>
                  </a:cubicBezTo>
                  <a:cubicBezTo>
                    <a:pt x="371" y="20371"/>
                    <a:pt x="930" y="21191"/>
                    <a:pt x="1770" y="21476"/>
                  </a:cubicBezTo>
                  <a:cubicBezTo>
                    <a:pt x="2017" y="21561"/>
                    <a:pt x="2267" y="21600"/>
                    <a:pt x="2517" y="21600"/>
                  </a:cubicBezTo>
                  <a:cubicBezTo>
                    <a:pt x="3639" y="21600"/>
                    <a:pt x="4759" y="20840"/>
                    <a:pt x="5777" y="20402"/>
                  </a:cubicBezTo>
                  <a:cubicBezTo>
                    <a:pt x="6991" y="19896"/>
                    <a:pt x="8200" y="19361"/>
                    <a:pt x="9414" y="18855"/>
                  </a:cubicBezTo>
                  <a:cubicBezTo>
                    <a:pt x="11992" y="17748"/>
                    <a:pt x="14603" y="16643"/>
                    <a:pt x="17184" y="15569"/>
                  </a:cubicBezTo>
                  <a:cubicBezTo>
                    <a:pt x="18145" y="15127"/>
                    <a:pt x="19140" y="14716"/>
                    <a:pt x="20104" y="14304"/>
                  </a:cubicBezTo>
                  <a:cubicBezTo>
                    <a:pt x="20944" y="13956"/>
                    <a:pt x="21411" y="13009"/>
                    <a:pt x="21128" y="12125"/>
                  </a:cubicBezTo>
                  <a:cubicBezTo>
                    <a:pt x="20902" y="11324"/>
                    <a:pt x="20193" y="10818"/>
                    <a:pt x="19431" y="10818"/>
                  </a:cubicBezTo>
                  <a:cubicBezTo>
                    <a:pt x="19262" y="10818"/>
                    <a:pt x="19092" y="10842"/>
                    <a:pt x="18922" y="10894"/>
                  </a:cubicBezTo>
                  <a:lnTo>
                    <a:pt x="6432" y="14779"/>
                  </a:lnTo>
                  <a:lnTo>
                    <a:pt x="10066" y="4197"/>
                  </a:lnTo>
                  <a:cubicBezTo>
                    <a:pt x="10099" y="4100"/>
                    <a:pt x="10129" y="4007"/>
                    <a:pt x="10159" y="3879"/>
                  </a:cubicBezTo>
                  <a:cubicBezTo>
                    <a:pt x="10676" y="1701"/>
                    <a:pt x="9143" y="0"/>
                    <a:pt x="7265" y="0"/>
                  </a:cubicBezTo>
                  <a:close/>
                </a:path>
              </a:pathLst>
            </a:custGeom>
            <a:solidFill>
              <a:srgbClr val="A3137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31" name="Google Shape;135;p25"/>
            <p:cNvSpPr/>
            <p:nvPr/>
          </p:nvSpPr>
          <p:spPr>
            <a:xfrm flipH="1">
              <a:off x="197195" y="272001"/>
              <a:ext cx="75672" cy="1067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61" h="21600" fill="norm" stroke="1" extrusionOk="0">
                  <a:moveTo>
                    <a:pt x="5950" y="0"/>
                  </a:moveTo>
                  <a:cubicBezTo>
                    <a:pt x="4889" y="0"/>
                    <a:pt x="3801" y="134"/>
                    <a:pt x="2713" y="459"/>
                  </a:cubicBezTo>
                  <a:cubicBezTo>
                    <a:pt x="1625" y="841"/>
                    <a:pt x="1067" y="1854"/>
                    <a:pt x="1625" y="2848"/>
                  </a:cubicBezTo>
                  <a:lnTo>
                    <a:pt x="4650" y="7436"/>
                  </a:lnTo>
                  <a:lnTo>
                    <a:pt x="1333" y="8430"/>
                  </a:lnTo>
                  <a:cubicBezTo>
                    <a:pt x="218" y="8831"/>
                    <a:pt x="-339" y="9844"/>
                    <a:pt x="218" y="10628"/>
                  </a:cubicBezTo>
                  <a:lnTo>
                    <a:pt x="7144" y="21600"/>
                  </a:lnTo>
                  <a:lnTo>
                    <a:pt x="21261" y="16630"/>
                  </a:lnTo>
                  <a:lnTo>
                    <a:pt x="13247" y="3460"/>
                  </a:lnTo>
                  <a:cubicBezTo>
                    <a:pt x="11814" y="1223"/>
                    <a:pt x="9002" y="0"/>
                    <a:pt x="5950" y="0"/>
                  </a:cubicBez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32" name="Google Shape;136;p25"/>
            <p:cNvSpPr/>
            <p:nvPr/>
          </p:nvSpPr>
          <p:spPr>
            <a:xfrm flipH="1">
              <a:off x="346934" y="778132"/>
              <a:ext cx="322475" cy="3776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4" h="21600" fill="norm" stroke="1" extrusionOk="0">
                  <a:moveTo>
                    <a:pt x="8690" y="0"/>
                  </a:moveTo>
                  <a:lnTo>
                    <a:pt x="0" y="6989"/>
                  </a:lnTo>
                  <a:cubicBezTo>
                    <a:pt x="0" y="6989"/>
                    <a:pt x="5594" y="15675"/>
                    <a:pt x="12046" y="20687"/>
                  </a:cubicBezTo>
                  <a:lnTo>
                    <a:pt x="12247" y="21141"/>
                  </a:lnTo>
                  <a:cubicBezTo>
                    <a:pt x="12329" y="21427"/>
                    <a:pt x="12632" y="21600"/>
                    <a:pt x="12922" y="21600"/>
                  </a:cubicBezTo>
                  <a:cubicBezTo>
                    <a:pt x="13086" y="21600"/>
                    <a:pt x="13244" y="21546"/>
                    <a:pt x="13364" y="21427"/>
                  </a:cubicBezTo>
                  <a:lnTo>
                    <a:pt x="21335" y="14940"/>
                  </a:lnTo>
                  <a:cubicBezTo>
                    <a:pt x="21600" y="14713"/>
                    <a:pt x="21600" y="14319"/>
                    <a:pt x="21335" y="14092"/>
                  </a:cubicBezTo>
                  <a:cubicBezTo>
                    <a:pt x="14619" y="9188"/>
                    <a:pt x="8690" y="0"/>
                    <a:pt x="8690" y="0"/>
                  </a:cubicBezTo>
                  <a:close/>
                </a:path>
              </a:pathLst>
            </a:custGeom>
            <a:solidFill>
              <a:srgbClr val="2B2B2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33" name="Google Shape;137;p25"/>
            <p:cNvSpPr/>
            <p:nvPr/>
          </p:nvSpPr>
          <p:spPr>
            <a:xfrm flipH="1">
              <a:off x="0" y="327440"/>
              <a:ext cx="72910" cy="788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018" y="0"/>
                  </a:moveTo>
                  <a:lnTo>
                    <a:pt x="0" y="5691"/>
                  </a:lnTo>
                  <a:lnTo>
                    <a:pt x="7582" y="21600"/>
                  </a:lnTo>
                  <a:lnTo>
                    <a:pt x="21600" y="15676"/>
                  </a:lnTo>
                  <a:lnTo>
                    <a:pt x="14018" y="0"/>
                  </a:lnTo>
                  <a:close/>
                </a:path>
              </a:pathLst>
            </a:custGeom>
            <a:solidFill>
              <a:srgbClr val="1C1C1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34" name="Google Shape;138;p25"/>
            <p:cNvSpPr/>
            <p:nvPr/>
          </p:nvSpPr>
          <p:spPr>
            <a:xfrm flipH="1">
              <a:off x="47315" y="348218"/>
              <a:ext cx="112388" cy="966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6681" y="0"/>
                  </a:moveTo>
                  <a:lnTo>
                    <a:pt x="0" y="8594"/>
                  </a:lnTo>
                  <a:lnTo>
                    <a:pt x="4937" y="21600"/>
                  </a:lnTo>
                  <a:lnTo>
                    <a:pt x="21600" y="12985"/>
                  </a:lnTo>
                  <a:lnTo>
                    <a:pt x="16681" y="0"/>
                  </a:lnTo>
                  <a:close/>
                </a:path>
              </a:pathLst>
            </a:custGeom>
            <a:solidFill>
              <a:srgbClr val="2B2B2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35" name="Google Shape;139;p25"/>
            <p:cNvSpPr/>
            <p:nvPr/>
          </p:nvSpPr>
          <p:spPr>
            <a:xfrm flipH="1">
              <a:off x="811355" y="871727"/>
              <a:ext cx="95671" cy="996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2026" y="0"/>
                  </a:moveTo>
                  <a:lnTo>
                    <a:pt x="0" y="4074"/>
                  </a:lnTo>
                  <a:lnTo>
                    <a:pt x="6674" y="21600"/>
                  </a:lnTo>
                  <a:lnTo>
                    <a:pt x="21600" y="14762"/>
                  </a:lnTo>
                  <a:lnTo>
                    <a:pt x="15139" y="7923"/>
                  </a:lnTo>
                  <a:lnTo>
                    <a:pt x="13348" y="2989"/>
                  </a:lnTo>
                  <a:lnTo>
                    <a:pt x="12026" y="0"/>
                  </a:lnTo>
                  <a:close/>
                </a:path>
              </a:pathLst>
            </a:custGeom>
            <a:solidFill>
              <a:srgbClr val="85858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36" name="Google Shape;140;p25"/>
            <p:cNvSpPr/>
            <p:nvPr/>
          </p:nvSpPr>
          <p:spPr>
            <a:xfrm flipH="1">
              <a:off x="806323" y="862849"/>
              <a:ext cx="54332" cy="793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41" h="21600" fill="norm" stroke="1" extrusionOk="0">
                  <a:moveTo>
                    <a:pt x="1920" y="0"/>
                  </a:moveTo>
                  <a:cubicBezTo>
                    <a:pt x="775" y="0"/>
                    <a:pt x="0" y="797"/>
                    <a:pt x="0" y="1620"/>
                  </a:cubicBezTo>
                  <a:cubicBezTo>
                    <a:pt x="0" y="1877"/>
                    <a:pt x="1920" y="12369"/>
                    <a:pt x="18092" y="21214"/>
                  </a:cubicBezTo>
                  <a:cubicBezTo>
                    <a:pt x="18388" y="21394"/>
                    <a:pt x="18868" y="21600"/>
                    <a:pt x="19237" y="21600"/>
                  </a:cubicBezTo>
                  <a:cubicBezTo>
                    <a:pt x="19385" y="21600"/>
                    <a:pt x="19532" y="21549"/>
                    <a:pt x="19643" y="21471"/>
                  </a:cubicBezTo>
                  <a:cubicBezTo>
                    <a:pt x="20049" y="21471"/>
                    <a:pt x="20418" y="21214"/>
                    <a:pt x="20825" y="21214"/>
                  </a:cubicBezTo>
                  <a:cubicBezTo>
                    <a:pt x="21600" y="20417"/>
                    <a:pt x="21194" y="19594"/>
                    <a:pt x="20418" y="19054"/>
                  </a:cubicBezTo>
                  <a:cubicBezTo>
                    <a:pt x="5760" y="11006"/>
                    <a:pt x="3877" y="1337"/>
                    <a:pt x="3877" y="1080"/>
                  </a:cubicBezTo>
                  <a:cubicBezTo>
                    <a:pt x="3877" y="540"/>
                    <a:pt x="2695" y="0"/>
                    <a:pt x="1920" y="0"/>
                  </a:cubicBezTo>
                  <a:close/>
                </a:path>
              </a:pathLst>
            </a:custGeom>
            <a:solidFill>
              <a:srgbClr val="2B2B2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37" name="Google Shape;141;p25"/>
            <p:cNvSpPr/>
            <p:nvPr/>
          </p:nvSpPr>
          <p:spPr>
            <a:xfrm flipH="1">
              <a:off x="124415" y="337735"/>
              <a:ext cx="1061742" cy="6523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8" h="21600" fill="norm" stroke="1" extrusionOk="0">
                  <a:moveTo>
                    <a:pt x="8578" y="16371"/>
                  </a:moveTo>
                  <a:cubicBezTo>
                    <a:pt x="8676" y="16371"/>
                    <a:pt x="8777" y="16462"/>
                    <a:pt x="8835" y="16606"/>
                  </a:cubicBezTo>
                  <a:cubicBezTo>
                    <a:pt x="9294" y="17650"/>
                    <a:pt x="9493" y="18498"/>
                    <a:pt x="7895" y="19936"/>
                  </a:cubicBezTo>
                  <a:cubicBezTo>
                    <a:pt x="7541" y="20265"/>
                    <a:pt x="7234" y="20396"/>
                    <a:pt x="6976" y="20396"/>
                  </a:cubicBezTo>
                  <a:cubicBezTo>
                    <a:pt x="6264" y="20396"/>
                    <a:pt x="5906" y="19392"/>
                    <a:pt x="5818" y="18792"/>
                  </a:cubicBezTo>
                  <a:cubicBezTo>
                    <a:pt x="5778" y="18563"/>
                    <a:pt x="5856" y="18335"/>
                    <a:pt x="5998" y="18238"/>
                  </a:cubicBezTo>
                  <a:lnTo>
                    <a:pt x="8475" y="16409"/>
                  </a:lnTo>
                  <a:cubicBezTo>
                    <a:pt x="8507" y="16384"/>
                    <a:pt x="8544" y="16371"/>
                    <a:pt x="8578" y="16371"/>
                  </a:cubicBezTo>
                  <a:close/>
                  <a:moveTo>
                    <a:pt x="20204" y="0"/>
                  </a:moveTo>
                  <a:cubicBezTo>
                    <a:pt x="20150" y="0"/>
                    <a:pt x="20097" y="19"/>
                    <a:pt x="20043" y="53"/>
                  </a:cubicBezTo>
                  <a:lnTo>
                    <a:pt x="1002" y="13929"/>
                  </a:lnTo>
                  <a:lnTo>
                    <a:pt x="124" y="16246"/>
                  </a:lnTo>
                  <a:cubicBezTo>
                    <a:pt x="-18" y="16637"/>
                    <a:pt x="-37" y="17094"/>
                    <a:pt x="63" y="17519"/>
                  </a:cubicBezTo>
                  <a:lnTo>
                    <a:pt x="1002" y="20915"/>
                  </a:lnTo>
                  <a:cubicBezTo>
                    <a:pt x="1075" y="21203"/>
                    <a:pt x="1255" y="21384"/>
                    <a:pt x="1441" y="21384"/>
                  </a:cubicBezTo>
                  <a:cubicBezTo>
                    <a:pt x="1510" y="21384"/>
                    <a:pt x="1578" y="21359"/>
                    <a:pt x="1642" y="21306"/>
                  </a:cubicBezTo>
                  <a:lnTo>
                    <a:pt x="3538" y="19936"/>
                  </a:lnTo>
                  <a:cubicBezTo>
                    <a:pt x="3808" y="19736"/>
                    <a:pt x="4088" y="19642"/>
                    <a:pt x="4363" y="19642"/>
                  </a:cubicBezTo>
                  <a:cubicBezTo>
                    <a:pt x="5131" y="19642"/>
                    <a:pt x="5858" y="20374"/>
                    <a:pt x="6197" y="21600"/>
                  </a:cubicBezTo>
                  <a:lnTo>
                    <a:pt x="10134" y="18726"/>
                  </a:lnTo>
                  <a:lnTo>
                    <a:pt x="10173" y="18923"/>
                  </a:lnTo>
                  <a:cubicBezTo>
                    <a:pt x="10213" y="19089"/>
                    <a:pt x="10314" y="19173"/>
                    <a:pt x="10419" y="19173"/>
                  </a:cubicBezTo>
                  <a:cubicBezTo>
                    <a:pt x="10481" y="19173"/>
                    <a:pt x="10542" y="19145"/>
                    <a:pt x="10594" y="19086"/>
                  </a:cubicBezTo>
                  <a:lnTo>
                    <a:pt x="13490" y="15561"/>
                  </a:lnTo>
                  <a:cubicBezTo>
                    <a:pt x="13610" y="15430"/>
                    <a:pt x="13631" y="15167"/>
                    <a:pt x="13570" y="14973"/>
                  </a:cubicBezTo>
                  <a:lnTo>
                    <a:pt x="13210" y="14060"/>
                  </a:lnTo>
                  <a:cubicBezTo>
                    <a:pt x="12952" y="13438"/>
                    <a:pt x="13072" y="12587"/>
                    <a:pt x="13470" y="12196"/>
                  </a:cubicBezTo>
                  <a:lnTo>
                    <a:pt x="21343" y="4591"/>
                  </a:lnTo>
                  <a:cubicBezTo>
                    <a:pt x="21504" y="4425"/>
                    <a:pt x="21563" y="4100"/>
                    <a:pt x="21483" y="3806"/>
                  </a:cubicBezTo>
                  <a:lnTo>
                    <a:pt x="20545" y="347"/>
                  </a:lnTo>
                  <a:cubicBezTo>
                    <a:pt x="20485" y="128"/>
                    <a:pt x="20349" y="0"/>
                    <a:pt x="20204" y="0"/>
                  </a:cubicBez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38" name="Google Shape;142;p25"/>
            <p:cNvSpPr/>
            <p:nvPr/>
          </p:nvSpPr>
          <p:spPr>
            <a:xfrm flipH="1">
              <a:off x="879448" y="906010"/>
              <a:ext cx="209567" cy="3295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59" h="21600" fill="norm" stroke="1" extrusionOk="0">
                  <a:moveTo>
                    <a:pt x="16007" y="0"/>
                  </a:moveTo>
                  <a:cubicBezTo>
                    <a:pt x="15747" y="0"/>
                    <a:pt x="15487" y="25"/>
                    <a:pt x="15237" y="80"/>
                  </a:cubicBezTo>
                  <a:lnTo>
                    <a:pt x="1569" y="2990"/>
                  </a:lnTo>
                  <a:cubicBezTo>
                    <a:pt x="664" y="3182"/>
                    <a:pt x="163" y="3894"/>
                    <a:pt x="568" y="4476"/>
                  </a:cubicBezTo>
                  <a:cubicBezTo>
                    <a:pt x="3783" y="4990"/>
                    <a:pt x="5592" y="7058"/>
                    <a:pt x="4784" y="9063"/>
                  </a:cubicBezTo>
                  <a:lnTo>
                    <a:pt x="57" y="20182"/>
                  </a:lnTo>
                  <a:cubicBezTo>
                    <a:pt x="-241" y="20888"/>
                    <a:pt x="664" y="21600"/>
                    <a:pt x="1771" y="21600"/>
                  </a:cubicBezTo>
                  <a:lnTo>
                    <a:pt x="16845" y="21216"/>
                  </a:lnTo>
                  <a:cubicBezTo>
                    <a:pt x="18144" y="21148"/>
                    <a:pt x="19357" y="20504"/>
                    <a:pt x="19453" y="19594"/>
                  </a:cubicBezTo>
                  <a:lnTo>
                    <a:pt x="19655" y="18115"/>
                  </a:lnTo>
                  <a:lnTo>
                    <a:pt x="18250" y="18245"/>
                  </a:lnTo>
                  <a:lnTo>
                    <a:pt x="21359" y="5318"/>
                  </a:lnTo>
                  <a:lnTo>
                    <a:pt x="18346" y="984"/>
                  </a:lnTo>
                  <a:cubicBezTo>
                    <a:pt x="17952" y="371"/>
                    <a:pt x="16989" y="0"/>
                    <a:pt x="16007" y="0"/>
                  </a:cubicBezTo>
                  <a:close/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39" name="Google Shape;143;p25"/>
            <p:cNvSpPr/>
            <p:nvPr/>
          </p:nvSpPr>
          <p:spPr>
            <a:xfrm flipH="1">
              <a:off x="561532" y="489722"/>
              <a:ext cx="12701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5657" y="21600"/>
                  </a:lnTo>
                  <a:lnTo>
                    <a:pt x="21600" y="113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C1C1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40" name="Google Shape;144;p25"/>
            <p:cNvSpPr/>
            <p:nvPr/>
          </p:nvSpPr>
          <p:spPr>
            <a:xfrm flipH="1">
              <a:off x="531628" y="497063"/>
              <a:ext cx="606121" cy="3306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49" h="21600" fill="norm" stroke="1" extrusionOk="0">
                  <a:moveTo>
                    <a:pt x="20133" y="0"/>
                  </a:moveTo>
                  <a:lnTo>
                    <a:pt x="16784" y="2770"/>
                  </a:lnTo>
                  <a:lnTo>
                    <a:pt x="16644" y="2258"/>
                  </a:lnTo>
                  <a:lnTo>
                    <a:pt x="16226" y="2573"/>
                  </a:lnTo>
                  <a:lnTo>
                    <a:pt x="16086" y="2061"/>
                  </a:lnTo>
                  <a:lnTo>
                    <a:pt x="15668" y="2449"/>
                  </a:lnTo>
                  <a:lnTo>
                    <a:pt x="15771" y="2961"/>
                  </a:lnTo>
                  <a:lnTo>
                    <a:pt x="15491" y="3221"/>
                  </a:lnTo>
                  <a:lnTo>
                    <a:pt x="15354" y="2641"/>
                  </a:lnTo>
                  <a:lnTo>
                    <a:pt x="14933" y="3029"/>
                  </a:lnTo>
                  <a:lnTo>
                    <a:pt x="15039" y="3541"/>
                  </a:lnTo>
                  <a:lnTo>
                    <a:pt x="14762" y="3801"/>
                  </a:lnTo>
                  <a:lnTo>
                    <a:pt x="14622" y="3288"/>
                  </a:lnTo>
                  <a:lnTo>
                    <a:pt x="14204" y="3603"/>
                  </a:lnTo>
                  <a:lnTo>
                    <a:pt x="14304" y="4189"/>
                  </a:lnTo>
                  <a:lnTo>
                    <a:pt x="14027" y="4380"/>
                  </a:lnTo>
                  <a:lnTo>
                    <a:pt x="13886" y="3862"/>
                  </a:lnTo>
                  <a:lnTo>
                    <a:pt x="13469" y="4251"/>
                  </a:lnTo>
                  <a:lnTo>
                    <a:pt x="13609" y="4763"/>
                  </a:lnTo>
                  <a:lnTo>
                    <a:pt x="13295" y="5022"/>
                  </a:lnTo>
                  <a:lnTo>
                    <a:pt x="13155" y="4448"/>
                  </a:lnTo>
                  <a:lnTo>
                    <a:pt x="12737" y="4831"/>
                  </a:lnTo>
                  <a:lnTo>
                    <a:pt x="12877" y="5349"/>
                  </a:lnTo>
                  <a:lnTo>
                    <a:pt x="12560" y="5608"/>
                  </a:lnTo>
                  <a:lnTo>
                    <a:pt x="12459" y="5090"/>
                  </a:lnTo>
                  <a:lnTo>
                    <a:pt x="12001" y="5411"/>
                  </a:lnTo>
                  <a:lnTo>
                    <a:pt x="12142" y="5991"/>
                  </a:lnTo>
                  <a:lnTo>
                    <a:pt x="11831" y="6182"/>
                  </a:lnTo>
                  <a:lnTo>
                    <a:pt x="11724" y="5670"/>
                  </a:lnTo>
                  <a:lnTo>
                    <a:pt x="11273" y="6052"/>
                  </a:lnTo>
                  <a:lnTo>
                    <a:pt x="11410" y="6571"/>
                  </a:lnTo>
                  <a:lnTo>
                    <a:pt x="11096" y="6824"/>
                  </a:lnTo>
                  <a:lnTo>
                    <a:pt x="10992" y="6250"/>
                  </a:lnTo>
                  <a:lnTo>
                    <a:pt x="10538" y="6639"/>
                  </a:lnTo>
                  <a:lnTo>
                    <a:pt x="10678" y="7151"/>
                  </a:lnTo>
                  <a:lnTo>
                    <a:pt x="10364" y="7410"/>
                  </a:lnTo>
                  <a:lnTo>
                    <a:pt x="10257" y="6892"/>
                  </a:lnTo>
                  <a:lnTo>
                    <a:pt x="9806" y="7212"/>
                  </a:lnTo>
                  <a:lnTo>
                    <a:pt x="9946" y="7792"/>
                  </a:lnTo>
                  <a:lnTo>
                    <a:pt x="9665" y="7984"/>
                  </a:lnTo>
                  <a:lnTo>
                    <a:pt x="9528" y="7471"/>
                  </a:lnTo>
                  <a:lnTo>
                    <a:pt x="9070" y="7792"/>
                  </a:lnTo>
                  <a:lnTo>
                    <a:pt x="9211" y="8372"/>
                  </a:lnTo>
                  <a:lnTo>
                    <a:pt x="8933" y="8631"/>
                  </a:lnTo>
                  <a:lnTo>
                    <a:pt x="8793" y="8051"/>
                  </a:lnTo>
                  <a:lnTo>
                    <a:pt x="8342" y="8440"/>
                  </a:lnTo>
                  <a:lnTo>
                    <a:pt x="8479" y="8952"/>
                  </a:lnTo>
                  <a:lnTo>
                    <a:pt x="8202" y="9211"/>
                  </a:lnTo>
                  <a:lnTo>
                    <a:pt x="8061" y="8699"/>
                  </a:lnTo>
                  <a:lnTo>
                    <a:pt x="7607" y="9014"/>
                  </a:lnTo>
                  <a:lnTo>
                    <a:pt x="7747" y="9532"/>
                  </a:lnTo>
                  <a:lnTo>
                    <a:pt x="7466" y="9791"/>
                  </a:lnTo>
                  <a:lnTo>
                    <a:pt x="7329" y="9273"/>
                  </a:lnTo>
                  <a:lnTo>
                    <a:pt x="6875" y="9600"/>
                  </a:lnTo>
                  <a:lnTo>
                    <a:pt x="7015" y="10174"/>
                  </a:lnTo>
                  <a:lnTo>
                    <a:pt x="6734" y="10433"/>
                  </a:lnTo>
                  <a:lnTo>
                    <a:pt x="6597" y="9859"/>
                  </a:lnTo>
                  <a:lnTo>
                    <a:pt x="6176" y="10242"/>
                  </a:lnTo>
                  <a:lnTo>
                    <a:pt x="6280" y="10760"/>
                  </a:lnTo>
                  <a:lnTo>
                    <a:pt x="6002" y="11013"/>
                  </a:lnTo>
                  <a:lnTo>
                    <a:pt x="5862" y="10433"/>
                  </a:lnTo>
                  <a:lnTo>
                    <a:pt x="5444" y="10822"/>
                  </a:lnTo>
                  <a:lnTo>
                    <a:pt x="5551" y="11334"/>
                  </a:lnTo>
                  <a:lnTo>
                    <a:pt x="5270" y="11593"/>
                  </a:lnTo>
                  <a:lnTo>
                    <a:pt x="5130" y="11075"/>
                  </a:lnTo>
                  <a:lnTo>
                    <a:pt x="4712" y="11402"/>
                  </a:lnTo>
                  <a:lnTo>
                    <a:pt x="4816" y="11981"/>
                  </a:lnTo>
                  <a:lnTo>
                    <a:pt x="4535" y="12234"/>
                  </a:lnTo>
                  <a:lnTo>
                    <a:pt x="4398" y="11661"/>
                  </a:lnTo>
                  <a:lnTo>
                    <a:pt x="3977" y="12043"/>
                  </a:lnTo>
                  <a:lnTo>
                    <a:pt x="4084" y="12561"/>
                  </a:lnTo>
                  <a:lnTo>
                    <a:pt x="3807" y="12821"/>
                  </a:lnTo>
                  <a:lnTo>
                    <a:pt x="3666" y="12234"/>
                  </a:lnTo>
                  <a:lnTo>
                    <a:pt x="3249" y="12623"/>
                  </a:lnTo>
                  <a:lnTo>
                    <a:pt x="3386" y="13141"/>
                  </a:lnTo>
                  <a:lnTo>
                    <a:pt x="3071" y="13394"/>
                  </a:lnTo>
                  <a:lnTo>
                    <a:pt x="2931" y="12882"/>
                  </a:lnTo>
                  <a:lnTo>
                    <a:pt x="2513" y="13203"/>
                  </a:lnTo>
                  <a:lnTo>
                    <a:pt x="2654" y="13783"/>
                  </a:lnTo>
                  <a:lnTo>
                    <a:pt x="2339" y="13980"/>
                  </a:lnTo>
                  <a:lnTo>
                    <a:pt x="2233" y="13462"/>
                  </a:lnTo>
                  <a:lnTo>
                    <a:pt x="1781" y="13851"/>
                  </a:lnTo>
                  <a:lnTo>
                    <a:pt x="1922" y="14363"/>
                  </a:lnTo>
                  <a:lnTo>
                    <a:pt x="1604" y="14622"/>
                  </a:lnTo>
                  <a:lnTo>
                    <a:pt x="1504" y="14042"/>
                  </a:lnTo>
                  <a:lnTo>
                    <a:pt x="1046" y="14425"/>
                  </a:lnTo>
                  <a:lnTo>
                    <a:pt x="1186" y="14943"/>
                  </a:lnTo>
                  <a:lnTo>
                    <a:pt x="876" y="15202"/>
                  </a:lnTo>
                  <a:lnTo>
                    <a:pt x="769" y="14684"/>
                  </a:lnTo>
                  <a:lnTo>
                    <a:pt x="317" y="15011"/>
                  </a:lnTo>
                  <a:lnTo>
                    <a:pt x="455" y="15585"/>
                  </a:lnTo>
                  <a:lnTo>
                    <a:pt x="0" y="15912"/>
                  </a:lnTo>
                  <a:lnTo>
                    <a:pt x="1116" y="20545"/>
                  </a:lnTo>
                  <a:cubicBezTo>
                    <a:pt x="1273" y="21211"/>
                    <a:pt x="1618" y="21600"/>
                    <a:pt x="1982" y="21600"/>
                  </a:cubicBezTo>
                  <a:cubicBezTo>
                    <a:pt x="2112" y="21600"/>
                    <a:pt x="2246" y="21551"/>
                    <a:pt x="2373" y="21452"/>
                  </a:cubicBezTo>
                  <a:lnTo>
                    <a:pt x="11864" y="13592"/>
                  </a:lnTo>
                  <a:lnTo>
                    <a:pt x="12142" y="14684"/>
                  </a:lnTo>
                  <a:lnTo>
                    <a:pt x="20831" y="7539"/>
                  </a:lnTo>
                  <a:cubicBezTo>
                    <a:pt x="21353" y="7083"/>
                    <a:pt x="21600" y="5991"/>
                    <a:pt x="21353" y="5022"/>
                  </a:cubicBezTo>
                  <a:lnTo>
                    <a:pt x="20133" y="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41" name="Google Shape;145;p25"/>
            <p:cNvSpPr/>
            <p:nvPr/>
          </p:nvSpPr>
          <p:spPr>
            <a:xfrm flipH="1">
              <a:off x="592697" y="782287"/>
              <a:ext cx="79034" cy="756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66" h="21600" fill="norm" stroke="1" extrusionOk="0">
                  <a:moveTo>
                    <a:pt x="13547" y="0"/>
                  </a:moveTo>
                  <a:cubicBezTo>
                    <a:pt x="13419" y="0"/>
                    <a:pt x="13291" y="54"/>
                    <a:pt x="13164" y="189"/>
                  </a:cubicBezTo>
                  <a:lnTo>
                    <a:pt x="372" y="10058"/>
                  </a:lnTo>
                  <a:cubicBezTo>
                    <a:pt x="117" y="10058"/>
                    <a:pt x="-164" y="10625"/>
                    <a:pt x="117" y="10894"/>
                  </a:cubicBezTo>
                  <a:lnTo>
                    <a:pt x="7291" y="21330"/>
                  </a:lnTo>
                  <a:cubicBezTo>
                    <a:pt x="7572" y="21600"/>
                    <a:pt x="7827" y="21600"/>
                    <a:pt x="8108" y="21600"/>
                  </a:cubicBezTo>
                  <a:lnTo>
                    <a:pt x="21155" y="11461"/>
                  </a:lnTo>
                  <a:cubicBezTo>
                    <a:pt x="21436" y="11461"/>
                    <a:pt x="21436" y="10894"/>
                    <a:pt x="21155" y="10625"/>
                  </a:cubicBezTo>
                  <a:lnTo>
                    <a:pt x="13955" y="189"/>
                  </a:lnTo>
                  <a:cubicBezTo>
                    <a:pt x="13827" y="54"/>
                    <a:pt x="13700" y="0"/>
                    <a:pt x="13547" y="0"/>
                  </a:cubicBezTo>
                  <a:close/>
                </a:path>
              </a:pathLst>
            </a:custGeom>
            <a:solidFill>
              <a:srgbClr val="1C1C1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42" name="Google Shape;146;p25"/>
            <p:cNvSpPr/>
            <p:nvPr/>
          </p:nvSpPr>
          <p:spPr>
            <a:xfrm flipH="1">
              <a:off x="150765" y="463724"/>
              <a:ext cx="328048" cy="1888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60" h="21600" fill="norm" stroke="1" extrusionOk="0">
                  <a:moveTo>
                    <a:pt x="20834" y="0"/>
                  </a:moveTo>
                  <a:cubicBezTo>
                    <a:pt x="20767" y="0"/>
                    <a:pt x="20694" y="32"/>
                    <a:pt x="20620" y="97"/>
                  </a:cubicBezTo>
                  <a:lnTo>
                    <a:pt x="1132" y="15314"/>
                  </a:lnTo>
                  <a:cubicBezTo>
                    <a:pt x="177" y="16103"/>
                    <a:pt x="-276" y="18133"/>
                    <a:pt x="177" y="19818"/>
                  </a:cubicBezTo>
                  <a:lnTo>
                    <a:pt x="299" y="20498"/>
                  </a:lnTo>
                  <a:cubicBezTo>
                    <a:pt x="483" y="21222"/>
                    <a:pt x="887" y="21600"/>
                    <a:pt x="1309" y="21600"/>
                  </a:cubicBezTo>
                  <a:cubicBezTo>
                    <a:pt x="1487" y="21600"/>
                    <a:pt x="1664" y="21535"/>
                    <a:pt x="1836" y="21395"/>
                  </a:cubicBezTo>
                  <a:lnTo>
                    <a:pt x="21006" y="1447"/>
                  </a:lnTo>
                  <a:cubicBezTo>
                    <a:pt x="21263" y="1328"/>
                    <a:pt x="21324" y="875"/>
                    <a:pt x="21195" y="432"/>
                  </a:cubicBezTo>
                  <a:cubicBezTo>
                    <a:pt x="21147" y="184"/>
                    <a:pt x="21006" y="0"/>
                    <a:pt x="20834" y="0"/>
                  </a:cubicBezTo>
                  <a:close/>
                </a:path>
              </a:pathLst>
            </a:custGeom>
            <a:solidFill>
              <a:srgbClr val="2B2B2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43" name="Google Shape;147;p25"/>
            <p:cNvSpPr/>
            <p:nvPr/>
          </p:nvSpPr>
          <p:spPr>
            <a:xfrm flipH="1">
              <a:off x="1137748" y="862849"/>
              <a:ext cx="65920" cy="863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9" h="21600" fill="norm" stroke="1" extrusionOk="0">
                  <a:moveTo>
                    <a:pt x="11549" y="0"/>
                  </a:moveTo>
                  <a:lnTo>
                    <a:pt x="3719" y="733"/>
                  </a:lnTo>
                  <a:cubicBezTo>
                    <a:pt x="899" y="733"/>
                    <a:pt x="-661" y="3214"/>
                    <a:pt x="269" y="4939"/>
                  </a:cubicBezTo>
                  <a:lnTo>
                    <a:pt x="8729" y="19733"/>
                  </a:lnTo>
                  <a:cubicBezTo>
                    <a:pt x="9299" y="20938"/>
                    <a:pt x="10799" y="21600"/>
                    <a:pt x="12299" y="21600"/>
                  </a:cubicBezTo>
                  <a:cubicBezTo>
                    <a:pt x="13289" y="21600"/>
                    <a:pt x="14279" y="21316"/>
                    <a:pt x="14999" y="20726"/>
                  </a:cubicBezTo>
                  <a:lnTo>
                    <a:pt x="20939" y="16519"/>
                  </a:lnTo>
                  <a:lnTo>
                    <a:pt x="11549" y="0"/>
                  </a:lnTo>
                  <a:close/>
                </a:path>
              </a:pathLst>
            </a:custGeom>
            <a:solidFill>
              <a:srgbClr val="1C1C1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44" name="Google Shape;148;p25"/>
            <p:cNvSpPr/>
            <p:nvPr/>
          </p:nvSpPr>
          <p:spPr>
            <a:xfrm flipH="1">
              <a:off x="878058" y="771143"/>
              <a:ext cx="174882" cy="1492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27" h="21600" fill="norm" stroke="1" extrusionOk="0">
                  <a:moveTo>
                    <a:pt x="16880" y="0"/>
                  </a:moveTo>
                  <a:lnTo>
                    <a:pt x="0" y="8708"/>
                  </a:lnTo>
                  <a:lnTo>
                    <a:pt x="4743" y="20985"/>
                  </a:lnTo>
                  <a:cubicBezTo>
                    <a:pt x="4825" y="21422"/>
                    <a:pt x="5138" y="21600"/>
                    <a:pt x="5487" y="21600"/>
                  </a:cubicBezTo>
                  <a:cubicBezTo>
                    <a:pt x="5603" y="21600"/>
                    <a:pt x="5708" y="21586"/>
                    <a:pt x="5824" y="21559"/>
                  </a:cubicBezTo>
                  <a:lnTo>
                    <a:pt x="21112" y="13562"/>
                  </a:lnTo>
                  <a:cubicBezTo>
                    <a:pt x="21484" y="13274"/>
                    <a:pt x="21600" y="12714"/>
                    <a:pt x="21484" y="12276"/>
                  </a:cubicBezTo>
                  <a:lnTo>
                    <a:pt x="16880" y="0"/>
                  </a:ln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45" name="Google Shape;149;p25"/>
            <p:cNvSpPr/>
            <p:nvPr/>
          </p:nvSpPr>
          <p:spPr>
            <a:xfrm flipH="1">
              <a:off x="490208" y="620125"/>
              <a:ext cx="195717" cy="989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6" h="21600" fill="norm" stroke="1" extrusionOk="0">
                  <a:moveTo>
                    <a:pt x="20168" y="0"/>
                  </a:moveTo>
                  <a:cubicBezTo>
                    <a:pt x="20003" y="0"/>
                    <a:pt x="19828" y="82"/>
                    <a:pt x="19643" y="247"/>
                  </a:cubicBezTo>
                  <a:lnTo>
                    <a:pt x="730" y="17045"/>
                  </a:lnTo>
                  <a:cubicBezTo>
                    <a:pt x="81" y="17684"/>
                    <a:pt x="-135" y="18982"/>
                    <a:pt x="81" y="20281"/>
                  </a:cubicBezTo>
                  <a:cubicBezTo>
                    <a:pt x="318" y="21044"/>
                    <a:pt x="720" y="21600"/>
                    <a:pt x="1162" y="21600"/>
                  </a:cubicBezTo>
                  <a:cubicBezTo>
                    <a:pt x="1337" y="21600"/>
                    <a:pt x="1512" y="21518"/>
                    <a:pt x="1698" y="21332"/>
                  </a:cubicBezTo>
                  <a:lnTo>
                    <a:pt x="20610" y="4555"/>
                  </a:lnTo>
                  <a:cubicBezTo>
                    <a:pt x="21259" y="3916"/>
                    <a:pt x="21465" y="2618"/>
                    <a:pt x="21259" y="1340"/>
                  </a:cubicBezTo>
                  <a:cubicBezTo>
                    <a:pt x="21022" y="556"/>
                    <a:pt x="20621" y="0"/>
                    <a:pt x="20168" y="0"/>
                  </a:cubicBezTo>
                  <a:close/>
                </a:path>
              </a:pathLst>
            </a:custGeom>
            <a:solidFill>
              <a:srgbClr val="85858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46" name="Google Shape;150;p25"/>
            <p:cNvSpPr/>
            <p:nvPr/>
          </p:nvSpPr>
          <p:spPr>
            <a:xfrm flipH="1">
              <a:off x="510817" y="663948"/>
              <a:ext cx="170231" cy="863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98" h="21600" fill="norm" stroke="1" extrusionOk="0">
                  <a:moveTo>
                    <a:pt x="20185" y="0"/>
                  </a:moveTo>
                  <a:cubicBezTo>
                    <a:pt x="20031" y="0"/>
                    <a:pt x="19877" y="47"/>
                    <a:pt x="19712" y="189"/>
                  </a:cubicBezTo>
                  <a:lnTo>
                    <a:pt x="593" y="17204"/>
                  </a:lnTo>
                  <a:cubicBezTo>
                    <a:pt x="97" y="17937"/>
                    <a:pt x="-151" y="19189"/>
                    <a:pt x="97" y="20418"/>
                  </a:cubicBezTo>
                  <a:cubicBezTo>
                    <a:pt x="274" y="21127"/>
                    <a:pt x="664" y="21600"/>
                    <a:pt x="1090" y="21600"/>
                  </a:cubicBezTo>
                  <a:cubicBezTo>
                    <a:pt x="1255" y="21600"/>
                    <a:pt x="1421" y="21529"/>
                    <a:pt x="1574" y="21387"/>
                  </a:cubicBezTo>
                  <a:lnTo>
                    <a:pt x="20705" y="4372"/>
                  </a:lnTo>
                  <a:cubicBezTo>
                    <a:pt x="21201" y="3899"/>
                    <a:pt x="21449" y="2647"/>
                    <a:pt x="21201" y="1418"/>
                  </a:cubicBezTo>
                  <a:cubicBezTo>
                    <a:pt x="21012" y="496"/>
                    <a:pt x="20622" y="0"/>
                    <a:pt x="20185" y="0"/>
                  </a:cubicBez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47" name="Google Shape;151;p25"/>
            <p:cNvSpPr/>
            <p:nvPr/>
          </p:nvSpPr>
          <p:spPr>
            <a:xfrm flipH="1">
              <a:off x="948248" y="992805"/>
              <a:ext cx="27947" cy="270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136" h="21600" fill="norm" stroke="1" extrusionOk="0">
                  <a:moveTo>
                    <a:pt x="9273" y="0"/>
                  </a:moveTo>
                  <a:cubicBezTo>
                    <a:pt x="8045" y="0"/>
                    <a:pt x="6751" y="302"/>
                    <a:pt x="5522" y="906"/>
                  </a:cubicBezTo>
                  <a:cubicBezTo>
                    <a:pt x="801" y="3323"/>
                    <a:pt x="-1268" y="9667"/>
                    <a:pt x="801" y="15105"/>
                  </a:cubicBezTo>
                  <a:cubicBezTo>
                    <a:pt x="2806" y="19259"/>
                    <a:pt x="6298" y="21600"/>
                    <a:pt x="9855" y="21600"/>
                  </a:cubicBezTo>
                  <a:cubicBezTo>
                    <a:pt x="11084" y="21600"/>
                    <a:pt x="12378" y="21298"/>
                    <a:pt x="13606" y="20694"/>
                  </a:cubicBezTo>
                  <a:cubicBezTo>
                    <a:pt x="18392" y="18277"/>
                    <a:pt x="20332" y="12008"/>
                    <a:pt x="18392" y="6495"/>
                  </a:cubicBezTo>
                  <a:cubicBezTo>
                    <a:pt x="16387" y="2417"/>
                    <a:pt x="12895" y="0"/>
                    <a:pt x="9273" y="0"/>
                  </a:cubicBezTo>
                  <a:close/>
                </a:path>
              </a:pathLst>
            </a:custGeom>
            <a:solidFill>
              <a:srgbClr val="85858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48" name="Google Shape;152;p25"/>
            <p:cNvSpPr/>
            <p:nvPr/>
          </p:nvSpPr>
          <p:spPr>
            <a:xfrm flipH="1">
              <a:off x="964610" y="1123989"/>
              <a:ext cx="27357" cy="269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732" h="21600" fill="norm" stroke="1" extrusionOk="0">
                  <a:moveTo>
                    <a:pt x="9338" y="0"/>
                  </a:moveTo>
                  <a:cubicBezTo>
                    <a:pt x="8045" y="0"/>
                    <a:pt x="6751" y="303"/>
                    <a:pt x="5522" y="909"/>
                  </a:cubicBezTo>
                  <a:cubicBezTo>
                    <a:pt x="801" y="3259"/>
                    <a:pt x="-1268" y="9625"/>
                    <a:pt x="801" y="15158"/>
                  </a:cubicBezTo>
                  <a:cubicBezTo>
                    <a:pt x="2289" y="19251"/>
                    <a:pt x="5975" y="21600"/>
                    <a:pt x="9467" y="21600"/>
                  </a:cubicBezTo>
                  <a:cubicBezTo>
                    <a:pt x="10696" y="21600"/>
                    <a:pt x="11925" y="21297"/>
                    <a:pt x="12960" y="20691"/>
                  </a:cubicBezTo>
                  <a:cubicBezTo>
                    <a:pt x="17681" y="18341"/>
                    <a:pt x="20332" y="11975"/>
                    <a:pt x="17681" y="6442"/>
                  </a:cubicBezTo>
                  <a:cubicBezTo>
                    <a:pt x="16193" y="2349"/>
                    <a:pt x="12830" y="0"/>
                    <a:pt x="9338" y="0"/>
                  </a:cubicBezTo>
                  <a:close/>
                </a:path>
              </a:pathLst>
            </a:custGeom>
            <a:solidFill>
              <a:srgbClr val="85858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49" name="Google Shape;153;p25"/>
            <p:cNvSpPr/>
            <p:nvPr/>
          </p:nvSpPr>
          <p:spPr>
            <a:xfrm flipH="1">
              <a:off x="464904" y="861716"/>
              <a:ext cx="167875" cy="1336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31" h="21600" fill="norm" stroke="1" extrusionOk="0">
                  <a:moveTo>
                    <a:pt x="19450" y="0"/>
                  </a:moveTo>
                  <a:cubicBezTo>
                    <a:pt x="19057" y="0"/>
                    <a:pt x="18665" y="168"/>
                    <a:pt x="18344" y="504"/>
                  </a:cubicBezTo>
                  <a:lnTo>
                    <a:pt x="727" y="17723"/>
                  </a:lnTo>
                  <a:cubicBezTo>
                    <a:pt x="-22" y="18349"/>
                    <a:pt x="-272" y="19783"/>
                    <a:pt x="358" y="20745"/>
                  </a:cubicBezTo>
                  <a:cubicBezTo>
                    <a:pt x="691" y="21279"/>
                    <a:pt x="1202" y="21600"/>
                    <a:pt x="1725" y="21600"/>
                  </a:cubicBezTo>
                  <a:cubicBezTo>
                    <a:pt x="1975" y="21600"/>
                    <a:pt x="2224" y="21539"/>
                    <a:pt x="2462" y="21371"/>
                  </a:cubicBezTo>
                  <a:cubicBezTo>
                    <a:pt x="2593" y="21371"/>
                    <a:pt x="2593" y="21218"/>
                    <a:pt x="2712" y="21218"/>
                  </a:cubicBezTo>
                  <a:lnTo>
                    <a:pt x="20460" y="3847"/>
                  </a:lnTo>
                  <a:cubicBezTo>
                    <a:pt x="21209" y="3206"/>
                    <a:pt x="21328" y="1786"/>
                    <a:pt x="20829" y="824"/>
                  </a:cubicBezTo>
                  <a:cubicBezTo>
                    <a:pt x="20484" y="275"/>
                    <a:pt x="19961" y="0"/>
                    <a:pt x="19450" y="0"/>
                  </a:cubicBez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50" name="Google Shape;154;p25"/>
            <p:cNvSpPr/>
            <p:nvPr/>
          </p:nvSpPr>
          <p:spPr>
            <a:xfrm flipH="1">
              <a:off x="391968" y="956349"/>
              <a:ext cx="169340" cy="1351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10" h="21600" fill="norm" stroke="1" extrusionOk="0">
                  <a:moveTo>
                    <a:pt x="19546" y="0"/>
                  </a:moveTo>
                  <a:cubicBezTo>
                    <a:pt x="19155" y="0"/>
                    <a:pt x="18765" y="166"/>
                    <a:pt x="18446" y="498"/>
                  </a:cubicBezTo>
                  <a:lnTo>
                    <a:pt x="667" y="17675"/>
                  </a:lnTo>
                  <a:cubicBezTo>
                    <a:pt x="-79" y="18475"/>
                    <a:pt x="-197" y="19728"/>
                    <a:pt x="300" y="20679"/>
                  </a:cubicBezTo>
                  <a:cubicBezTo>
                    <a:pt x="643" y="21328"/>
                    <a:pt x="1163" y="21600"/>
                    <a:pt x="1696" y="21600"/>
                  </a:cubicBezTo>
                  <a:cubicBezTo>
                    <a:pt x="1932" y="21600"/>
                    <a:pt x="2169" y="21555"/>
                    <a:pt x="2394" y="21449"/>
                  </a:cubicBezTo>
                  <a:cubicBezTo>
                    <a:pt x="2524" y="21298"/>
                    <a:pt x="2642" y="21298"/>
                    <a:pt x="2760" y="21147"/>
                  </a:cubicBezTo>
                  <a:lnTo>
                    <a:pt x="20551" y="3804"/>
                  </a:lnTo>
                  <a:cubicBezTo>
                    <a:pt x="21285" y="3170"/>
                    <a:pt x="21403" y="1766"/>
                    <a:pt x="20918" y="815"/>
                  </a:cubicBezTo>
                  <a:cubicBezTo>
                    <a:pt x="20563" y="287"/>
                    <a:pt x="20054" y="0"/>
                    <a:pt x="19546" y="0"/>
                  </a:cubicBez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51" name="Google Shape;155;p25"/>
            <p:cNvSpPr/>
            <p:nvPr/>
          </p:nvSpPr>
          <p:spPr>
            <a:xfrm flipH="1">
              <a:off x="388772" y="695209"/>
              <a:ext cx="165784" cy="1984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42" h="21600" fill="norm" stroke="1" extrusionOk="0">
                  <a:moveTo>
                    <a:pt x="7743" y="0"/>
                  </a:moveTo>
                  <a:cubicBezTo>
                    <a:pt x="4730" y="0"/>
                    <a:pt x="1923" y="884"/>
                    <a:pt x="700" y="3228"/>
                  </a:cubicBezTo>
                  <a:cubicBezTo>
                    <a:pt x="313" y="3968"/>
                    <a:pt x="192" y="4832"/>
                    <a:pt x="59" y="5685"/>
                  </a:cubicBezTo>
                  <a:cubicBezTo>
                    <a:pt x="-316" y="7515"/>
                    <a:pt x="1209" y="9551"/>
                    <a:pt x="1463" y="11381"/>
                  </a:cubicBezTo>
                  <a:cubicBezTo>
                    <a:pt x="1717" y="12769"/>
                    <a:pt x="2213" y="14280"/>
                    <a:pt x="2213" y="15678"/>
                  </a:cubicBezTo>
                  <a:cubicBezTo>
                    <a:pt x="2334" y="17066"/>
                    <a:pt x="2213" y="18464"/>
                    <a:pt x="3096" y="19749"/>
                  </a:cubicBezTo>
                  <a:cubicBezTo>
                    <a:pt x="4028" y="21189"/>
                    <a:pt x="5444" y="21600"/>
                    <a:pt x="7029" y="21600"/>
                  </a:cubicBezTo>
                  <a:cubicBezTo>
                    <a:pt x="9111" y="21600"/>
                    <a:pt x="11470" y="20891"/>
                    <a:pt x="13334" y="20829"/>
                  </a:cubicBezTo>
                  <a:cubicBezTo>
                    <a:pt x="13648" y="20767"/>
                    <a:pt x="13963" y="20767"/>
                    <a:pt x="14266" y="20767"/>
                  </a:cubicBezTo>
                  <a:cubicBezTo>
                    <a:pt x="14568" y="20767"/>
                    <a:pt x="14846" y="20767"/>
                    <a:pt x="15100" y="20716"/>
                  </a:cubicBezTo>
                  <a:cubicBezTo>
                    <a:pt x="16238" y="20613"/>
                    <a:pt x="17121" y="19965"/>
                    <a:pt x="17884" y="19328"/>
                  </a:cubicBezTo>
                  <a:cubicBezTo>
                    <a:pt x="18888" y="18464"/>
                    <a:pt x="19771" y="17395"/>
                    <a:pt x="20534" y="16316"/>
                  </a:cubicBezTo>
                  <a:cubicBezTo>
                    <a:pt x="20776" y="14599"/>
                    <a:pt x="20909" y="12769"/>
                    <a:pt x="21163" y="11052"/>
                  </a:cubicBezTo>
                  <a:cubicBezTo>
                    <a:pt x="21284" y="9983"/>
                    <a:pt x="21284" y="9027"/>
                    <a:pt x="21030" y="8163"/>
                  </a:cubicBezTo>
                  <a:cubicBezTo>
                    <a:pt x="20413" y="5798"/>
                    <a:pt x="18755" y="3763"/>
                    <a:pt x="16371" y="2251"/>
                  </a:cubicBezTo>
                  <a:cubicBezTo>
                    <a:pt x="14350" y="987"/>
                    <a:pt x="10926" y="0"/>
                    <a:pt x="7743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52" name="Google Shape;156;p25"/>
            <p:cNvSpPr/>
            <p:nvPr/>
          </p:nvSpPr>
          <p:spPr>
            <a:xfrm flipH="1">
              <a:off x="865113" y="1064961"/>
              <a:ext cx="535848" cy="4002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66" h="21600" fill="norm" stroke="1" extrusionOk="0">
                  <a:moveTo>
                    <a:pt x="13931" y="0"/>
                  </a:moveTo>
                  <a:cubicBezTo>
                    <a:pt x="13264" y="107"/>
                    <a:pt x="11776" y="1228"/>
                    <a:pt x="11113" y="1330"/>
                  </a:cubicBezTo>
                  <a:cubicBezTo>
                    <a:pt x="10993" y="1330"/>
                    <a:pt x="10839" y="1381"/>
                    <a:pt x="10723" y="1488"/>
                  </a:cubicBezTo>
                  <a:cubicBezTo>
                    <a:pt x="10603" y="1544"/>
                    <a:pt x="10525" y="1758"/>
                    <a:pt x="10446" y="1916"/>
                  </a:cubicBezTo>
                  <a:cubicBezTo>
                    <a:pt x="9704" y="3298"/>
                    <a:pt x="8883" y="4577"/>
                    <a:pt x="8219" y="6014"/>
                  </a:cubicBezTo>
                  <a:cubicBezTo>
                    <a:pt x="7863" y="6702"/>
                    <a:pt x="7515" y="7400"/>
                    <a:pt x="7005" y="7874"/>
                  </a:cubicBezTo>
                  <a:cubicBezTo>
                    <a:pt x="6653" y="8196"/>
                    <a:pt x="6263" y="8354"/>
                    <a:pt x="5828" y="8461"/>
                  </a:cubicBezTo>
                  <a:cubicBezTo>
                    <a:pt x="3913" y="9205"/>
                    <a:pt x="1956" y="9740"/>
                    <a:pt x="0" y="10163"/>
                  </a:cubicBezTo>
                  <a:cubicBezTo>
                    <a:pt x="4" y="10163"/>
                    <a:pt x="7" y="10163"/>
                    <a:pt x="11" y="10163"/>
                  </a:cubicBezTo>
                  <a:cubicBezTo>
                    <a:pt x="566" y="10163"/>
                    <a:pt x="2151" y="20601"/>
                    <a:pt x="2466" y="21600"/>
                  </a:cubicBezTo>
                  <a:cubicBezTo>
                    <a:pt x="4187" y="20596"/>
                    <a:pt x="5828" y="19424"/>
                    <a:pt x="7436" y="18144"/>
                  </a:cubicBezTo>
                  <a:cubicBezTo>
                    <a:pt x="8767" y="17084"/>
                    <a:pt x="10213" y="15749"/>
                    <a:pt x="11776" y="15749"/>
                  </a:cubicBezTo>
                  <a:cubicBezTo>
                    <a:pt x="13422" y="15698"/>
                    <a:pt x="14985" y="15219"/>
                    <a:pt x="16630" y="14684"/>
                  </a:cubicBezTo>
                  <a:cubicBezTo>
                    <a:pt x="18470" y="14103"/>
                    <a:pt x="19329" y="11814"/>
                    <a:pt x="20386" y="9791"/>
                  </a:cubicBezTo>
                  <a:cubicBezTo>
                    <a:pt x="20581" y="9419"/>
                    <a:pt x="20817" y="8996"/>
                    <a:pt x="20933" y="8568"/>
                  </a:cubicBezTo>
                  <a:cubicBezTo>
                    <a:pt x="21600" y="6600"/>
                    <a:pt x="21323" y="2503"/>
                    <a:pt x="19565" y="1651"/>
                  </a:cubicBezTo>
                  <a:cubicBezTo>
                    <a:pt x="19479" y="1575"/>
                    <a:pt x="19370" y="1524"/>
                    <a:pt x="19257" y="1524"/>
                  </a:cubicBezTo>
                  <a:cubicBezTo>
                    <a:pt x="19216" y="1524"/>
                    <a:pt x="19175" y="1529"/>
                    <a:pt x="19134" y="1544"/>
                  </a:cubicBezTo>
                  <a:cubicBezTo>
                    <a:pt x="18860" y="1544"/>
                    <a:pt x="18624" y="1809"/>
                    <a:pt x="18392" y="2023"/>
                  </a:cubicBezTo>
                  <a:cubicBezTo>
                    <a:pt x="17567" y="2982"/>
                    <a:pt x="16825" y="4042"/>
                    <a:pt x="15925" y="4791"/>
                  </a:cubicBezTo>
                  <a:cubicBezTo>
                    <a:pt x="15277" y="5326"/>
                    <a:pt x="14505" y="5729"/>
                    <a:pt x="13740" y="5729"/>
                  </a:cubicBezTo>
                  <a:cubicBezTo>
                    <a:pt x="13448" y="5729"/>
                    <a:pt x="13156" y="5668"/>
                    <a:pt x="12871" y="5535"/>
                  </a:cubicBezTo>
                  <a:cubicBezTo>
                    <a:pt x="12950" y="4363"/>
                    <a:pt x="12833" y="3940"/>
                    <a:pt x="13422" y="3726"/>
                  </a:cubicBezTo>
                  <a:lnTo>
                    <a:pt x="13931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53" name="Google Shape;157;p25"/>
            <p:cNvSpPr/>
            <p:nvPr/>
          </p:nvSpPr>
          <p:spPr>
            <a:xfrm flipH="1">
              <a:off x="1186627" y="244518"/>
              <a:ext cx="38501" cy="757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876" h="21600" fill="norm" stroke="1" extrusionOk="0">
                  <a:moveTo>
                    <a:pt x="15662" y="0"/>
                  </a:moveTo>
                  <a:cubicBezTo>
                    <a:pt x="14248" y="0"/>
                    <a:pt x="12785" y="431"/>
                    <a:pt x="12054" y="1454"/>
                  </a:cubicBezTo>
                  <a:cubicBezTo>
                    <a:pt x="8007" y="7083"/>
                    <a:pt x="3911" y="12982"/>
                    <a:pt x="351" y="18584"/>
                  </a:cubicBezTo>
                  <a:cubicBezTo>
                    <a:pt x="-965" y="20388"/>
                    <a:pt x="1668" y="21600"/>
                    <a:pt x="4155" y="21600"/>
                  </a:cubicBezTo>
                  <a:cubicBezTo>
                    <a:pt x="5569" y="21600"/>
                    <a:pt x="6885" y="21196"/>
                    <a:pt x="7470" y="20280"/>
                  </a:cubicBezTo>
                  <a:cubicBezTo>
                    <a:pt x="11517" y="14382"/>
                    <a:pt x="15613" y="8753"/>
                    <a:pt x="19660" y="2855"/>
                  </a:cubicBezTo>
                  <a:cubicBezTo>
                    <a:pt x="20635" y="1266"/>
                    <a:pt x="18148" y="0"/>
                    <a:pt x="15662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54" name="Google Shape;158;p25"/>
            <p:cNvSpPr/>
            <p:nvPr/>
          </p:nvSpPr>
          <p:spPr>
            <a:xfrm flipH="1">
              <a:off x="1139309" y="238095"/>
              <a:ext cx="61168" cy="1344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52" h="21600" fill="norm" stroke="1" extrusionOk="0">
                  <a:moveTo>
                    <a:pt x="17563" y="0"/>
                  </a:moveTo>
                  <a:cubicBezTo>
                    <a:pt x="16616" y="0"/>
                    <a:pt x="15732" y="212"/>
                    <a:pt x="15385" y="728"/>
                  </a:cubicBezTo>
                  <a:cubicBezTo>
                    <a:pt x="10427" y="7235"/>
                    <a:pt x="5153" y="13561"/>
                    <a:pt x="227" y="19901"/>
                  </a:cubicBezTo>
                  <a:cubicBezTo>
                    <a:pt x="-626" y="20902"/>
                    <a:pt x="1079" y="21600"/>
                    <a:pt x="2753" y="21600"/>
                  </a:cubicBezTo>
                  <a:cubicBezTo>
                    <a:pt x="3732" y="21600"/>
                    <a:pt x="4679" y="21372"/>
                    <a:pt x="5153" y="20857"/>
                  </a:cubicBezTo>
                  <a:cubicBezTo>
                    <a:pt x="10111" y="14516"/>
                    <a:pt x="15037" y="8024"/>
                    <a:pt x="20311" y="1684"/>
                  </a:cubicBezTo>
                  <a:cubicBezTo>
                    <a:pt x="20974" y="683"/>
                    <a:pt x="19174" y="0"/>
                    <a:pt x="17563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55" name="Google Shape;159;p25"/>
            <p:cNvSpPr/>
            <p:nvPr/>
          </p:nvSpPr>
          <p:spPr>
            <a:xfrm flipH="1">
              <a:off x="1234629" y="233656"/>
              <a:ext cx="37607" cy="731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864" h="21600" fill="norm" stroke="1" extrusionOk="0">
                  <a:moveTo>
                    <a:pt x="15514" y="0"/>
                  </a:moveTo>
                  <a:cubicBezTo>
                    <a:pt x="13968" y="0"/>
                    <a:pt x="12422" y="418"/>
                    <a:pt x="11673" y="1505"/>
                  </a:cubicBezTo>
                  <a:cubicBezTo>
                    <a:pt x="8032" y="7023"/>
                    <a:pt x="4390" y="12849"/>
                    <a:pt x="200" y="18367"/>
                  </a:cubicBezTo>
                  <a:cubicBezTo>
                    <a:pt x="-748" y="20234"/>
                    <a:pt x="1846" y="21600"/>
                    <a:pt x="4440" y="21600"/>
                  </a:cubicBezTo>
                  <a:cubicBezTo>
                    <a:pt x="5887" y="21600"/>
                    <a:pt x="7283" y="21182"/>
                    <a:pt x="8032" y="20123"/>
                  </a:cubicBezTo>
                  <a:cubicBezTo>
                    <a:pt x="11673" y="14604"/>
                    <a:pt x="15864" y="8779"/>
                    <a:pt x="19505" y="2954"/>
                  </a:cubicBezTo>
                  <a:cubicBezTo>
                    <a:pt x="20852" y="1310"/>
                    <a:pt x="18158" y="0"/>
                    <a:pt x="15514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56" name="Google Shape;160;p25"/>
            <p:cNvSpPr/>
            <p:nvPr/>
          </p:nvSpPr>
          <p:spPr>
            <a:xfrm flipH="1">
              <a:off x="1393413" y="309590"/>
              <a:ext cx="69330" cy="1561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13" h="21600" fill="norm" stroke="1" extrusionOk="0">
                  <a:moveTo>
                    <a:pt x="18112" y="0"/>
                  </a:moveTo>
                  <a:cubicBezTo>
                    <a:pt x="17246" y="0"/>
                    <a:pt x="16380" y="209"/>
                    <a:pt x="15960" y="706"/>
                  </a:cubicBezTo>
                  <a:cubicBezTo>
                    <a:pt x="10707" y="7109"/>
                    <a:pt x="5454" y="13655"/>
                    <a:pt x="200" y="20071"/>
                  </a:cubicBezTo>
                  <a:cubicBezTo>
                    <a:pt x="-554" y="20947"/>
                    <a:pt x="955" y="21600"/>
                    <a:pt x="2464" y="21600"/>
                  </a:cubicBezTo>
                  <a:cubicBezTo>
                    <a:pt x="3302" y="21600"/>
                    <a:pt x="4140" y="21391"/>
                    <a:pt x="4560" y="20894"/>
                  </a:cubicBezTo>
                  <a:cubicBezTo>
                    <a:pt x="9813" y="14348"/>
                    <a:pt x="15066" y="7932"/>
                    <a:pt x="20319" y="1385"/>
                  </a:cubicBezTo>
                  <a:cubicBezTo>
                    <a:pt x="21046" y="614"/>
                    <a:pt x="19593" y="0"/>
                    <a:pt x="18112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57" name="Google Shape;161;p25"/>
            <p:cNvSpPr/>
            <p:nvPr/>
          </p:nvSpPr>
          <p:spPr>
            <a:xfrm flipH="1">
              <a:off x="1452550" y="360874"/>
              <a:ext cx="31891" cy="578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346" h="21600" fill="norm" stroke="1" extrusionOk="0">
                  <a:moveTo>
                    <a:pt x="14319" y="0"/>
                  </a:moveTo>
                  <a:cubicBezTo>
                    <a:pt x="12601" y="0"/>
                    <a:pt x="10882" y="565"/>
                    <a:pt x="9965" y="1906"/>
                  </a:cubicBezTo>
                  <a:cubicBezTo>
                    <a:pt x="6986" y="7059"/>
                    <a:pt x="3376" y="12565"/>
                    <a:pt x="397" y="17718"/>
                  </a:cubicBezTo>
                  <a:cubicBezTo>
                    <a:pt x="-1150" y="19906"/>
                    <a:pt x="2116" y="21600"/>
                    <a:pt x="5210" y="21600"/>
                  </a:cubicBezTo>
                  <a:cubicBezTo>
                    <a:pt x="6871" y="21600"/>
                    <a:pt x="8533" y="21106"/>
                    <a:pt x="9392" y="19941"/>
                  </a:cubicBezTo>
                  <a:cubicBezTo>
                    <a:pt x="12371" y="14435"/>
                    <a:pt x="15981" y="9282"/>
                    <a:pt x="18960" y="4094"/>
                  </a:cubicBezTo>
                  <a:cubicBezTo>
                    <a:pt x="20450" y="1765"/>
                    <a:pt x="17356" y="0"/>
                    <a:pt x="14319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58" name="Google Shape;162;p25"/>
            <p:cNvSpPr/>
            <p:nvPr/>
          </p:nvSpPr>
          <p:spPr>
            <a:xfrm flipH="1">
              <a:off x="1492271" y="363235"/>
              <a:ext cx="24744" cy="393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054" h="21600" fill="norm" stroke="1" extrusionOk="0">
                  <a:moveTo>
                    <a:pt x="12351" y="0"/>
                  </a:moveTo>
                  <a:cubicBezTo>
                    <a:pt x="10242" y="0"/>
                    <a:pt x="8206" y="777"/>
                    <a:pt x="7406" y="2590"/>
                  </a:cubicBezTo>
                  <a:cubicBezTo>
                    <a:pt x="5079" y="6889"/>
                    <a:pt x="2824" y="11758"/>
                    <a:pt x="497" y="16058"/>
                  </a:cubicBezTo>
                  <a:cubicBezTo>
                    <a:pt x="-1394" y="19165"/>
                    <a:pt x="2461" y="21600"/>
                    <a:pt x="6170" y="21600"/>
                  </a:cubicBezTo>
                  <a:cubicBezTo>
                    <a:pt x="8279" y="21600"/>
                    <a:pt x="10315" y="20771"/>
                    <a:pt x="11188" y="18803"/>
                  </a:cubicBezTo>
                  <a:cubicBezTo>
                    <a:pt x="14170" y="14452"/>
                    <a:pt x="16497" y="10153"/>
                    <a:pt x="18751" y="5801"/>
                  </a:cubicBezTo>
                  <a:cubicBezTo>
                    <a:pt x="20206" y="2383"/>
                    <a:pt x="16133" y="0"/>
                    <a:pt x="12351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</p:grpSp>
      <p:sp>
        <p:nvSpPr>
          <p:cNvPr id="260" name="Google Shape;163;p25"/>
          <p:cNvSpPr txBox="1"/>
          <p:nvPr/>
        </p:nvSpPr>
        <p:spPr>
          <a:xfrm>
            <a:off x="719999" y="1982524"/>
            <a:ext cx="4994402" cy="741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1800">
                <a:latin typeface="Gothic A1"/>
                <a:ea typeface="Gothic A1"/>
                <a:cs typeface="Gothic A1"/>
                <a:sym typeface="Gothic A1"/>
              </a:defRPr>
            </a:lvl1pPr>
          </a:lstStyle>
          <a:p>
            <a:pPr/>
            <a:r>
              <a:t>Financial (Expense) Management Application</a:t>
            </a:r>
          </a:p>
        </p:txBody>
      </p:sp>
      <p:sp>
        <p:nvSpPr>
          <p:cNvPr id="261" name="Google Shape;164;p25"/>
          <p:cNvSpPr txBox="1"/>
          <p:nvPr/>
        </p:nvSpPr>
        <p:spPr>
          <a:xfrm>
            <a:off x="719999" y="2481625"/>
            <a:ext cx="2468702" cy="4241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b="1" sz="1600">
                <a:solidFill>
                  <a:srgbClr val="A31377"/>
                </a:solidFill>
                <a:latin typeface="Gothic A1"/>
                <a:ea typeface="Gothic A1"/>
                <a:cs typeface="Gothic A1"/>
                <a:sym typeface="Gothic A1"/>
              </a:defRPr>
            </a:lvl1pPr>
          </a:lstStyle>
          <a:p>
            <a:pPr/>
            <a:r>
              <a:t>GROUP 15: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169;p26"/>
          <p:cNvSpPr txBox="1"/>
          <p:nvPr>
            <p:ph type="body" idx="1"/>
          </p:nvPr>
        </p:nvSpPr>
        <p:spPr>
          <a:xfrm>
            <a:off x="177149" y="88575"/>
            <a:ext cx="8645402" cy="4611900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115000"/>
              </a:lnSpc>
              <a:spcBef>
                <a:spcPts val="1200"/>
              </a:spcBef>
              <a:buSzTx/>
              <a:buNone/>
              <a:defRPr sz="1800">
                <a:latin typeface="Gothic A1 Medium"/>
                <a:ea typeface="Gothic A1 Medium"/>
                <a:cs typeface="Gothic A1 Medium"/>
                <a:sym typeface="Gothic A1 Medium"/>
              </a:defRPr>
            </a:pPr>
            <a:r>
              <a:t>Problem Statement &amp; Objective</a:t>
            </a:r>
            <a:br/>
            <a:r>
              <a:rPr sz="1400"/>
              <a:t> In today’s fast-paced world, managing money through notes or spreadsheets leads to confusion and missed savings goals. The objective is to build a smart digital solution that tracks every rupee effortlessly.</a:t>
            </a:r>
            <a:endParaRPr sz="1400"/>
          </a:p>
          <a:p>
            <a:pPr marL="0" indent="0">
              <a:lnSpc>
                <a:spcPct val="115000"/>
              </a:lnSpc>
              <a:spcBef>
                <a:spcPts val="1200"/>
              </a:spcBef>
              <a:buSzTx/>
              <a:buNone/>
              <a:defRPr sz="1800">
                <a:latin typeface="Gothic A1 Medium"/>
                <a:ea typeface="Gothic A1 Medium"/>
                <a:cs typeface="Gothic A1 Medium"/>
                <a:sym typeface="Gothic A1 Medium"/>
              </a:defRPr>
            </a:pPr>
            <a:r>
              <a:t>Why We Need an Expense Management App</a:t>
            </a:r>
            <a:br/>
            <a:r>
              <a:rPr sz="1500"/>
              <a:t>Because financial clarity should be simple. The app brings all income, expenses, and categories together in one place—turning chaos into control.</a:t>
            </a:r>
            <a:endParaRPr sz="1500"/>
          </a:p>
          <a:p>
            <a:pPr marL="0" indent="0">
              <a:lnSpc>
                <a:spcPct val="115000"/>
              </a:lnSpc>
              <a:spcBef>
                <a:spcPts val="1200"/>
              </a:spcBef>
              <a:buSzTx/>
              <a:buNone/>
              <a:defRPr sz="1800">
                <a:latin typeface="Gothic A1 Medium"/>
                <a:ea typeface="Gothic A1 Medium"/>
                <a:cs typeface="Gothic A1 Medium"/>
                <a:sym typeface="Gothic A1 Medium"/>
              </a:defRPr>
            </a:pPr>
            <a:r>
              <a:t>Real-Life Purpose &amp; Benefits</a:t>
            </a:r>
          </a:p>
          <a:p>
            <a:pPr indent="-317500">
              <a:lnSpc>
                <a:spcPct val="115000"/>
              </a:lnSpc>
              <a:spcBef>
                <a:spcPts val="1200"/>
              </a:spcBef>
              <a:buClr>
                <a:srgbClr val="FFFFFF"/>
              </a:buClr>
              <a:buSzPts val="1400"/>
              <a:buFont typeface="Helvetica"/>
              <a:buChar char="●"/>
              <a:defRPr sz="1400">
                <a:latin typeface="Gothic A1 Medium"/>
                <a:ea typeface="Gothic A1 Medium"/>
                <a:cs typeface="Gothic A1 Medium"/>
                <a:sym typeface="Gothic A1 Medium"/>
              </a:defRPr>
            </a:pPr>
            <a:r>
              <a:t>Keeps your budget organized and transparent.</a:t>
            </a:r>
            <a:br/>
          </a:p>
          <a:p>
            <a:pPr indent="-317500">
              <a:lnSpc>
                <a:spcPct val="115000"/>
              </a:lnSpc>
              <a:buClr>
                <a:srgbClr val="FFFFFF"/>
              </a:buClr>
              <a:buSzPts val="1400"/>
              <a:buFont typeface="Helvetica"/>
              <a:buChar char="●"/>
              <a:defRPr sz="1400">
                <a:latin typeface="Gothic A1 Medium"/>
                <a:ea typeface="Gothic A1 Medium"/>
                <a:cs typeface="Gothic A1 Medium"/>
                <a:sym typeface="Gothic A1 Medium"/>
              </a:defRPr>
            </a:pPr>
            <a:r>
              <a:t>Identifies spending patterns to boost savings.</a:t>
            </a:r>
            <a:br/>
          </a:p>
          <a:p>
            <a:pPr indent="-317500">
              <a:lnSpc>
                <a:spcPct val="115000"/>
              </a:lnSpc>
              <a:buClr>
                <a:srgbClr val="FFFFFF"/>
              </a:buClr>
              <a:buSzPts val="1400"/>
              <a:buFont typeface="Helvetica"/>
              <a:buChar char="●"/>
              <a:defRPr sz="1400">
                <a:latin typeface="Gothic A1 Medium"/>
                <a:ea typeface="Gothic A1 Medium"/>
                <a:cs typeface="Gothic A1 Medium"/>
                <a:sym typeface="Gothic A1 Medium"/>
              </a:defRPr>
            </a:pPr>
            <a:r>
              <a:t>Offers instant summaries and visual insights.</a:t>
            </a:r>
            <a:br/>
          </a:p>
          <a:p>
            <a:pPr indent="-317500">
              <a:lnSpc>
                <a:spcPct val="115000"/>
              </a:lnSpc>
              <a:buClr>
                <a:srgbClr val="FFFFFF"/>
              </a:buClr>
              <a:buSzPts val="1400"/>
              <a:buFont typeface="Arial"/>
              <a:buChar char="●"/>
              <a:defRPr sz="1400">
                <a:latin typeface="Gothic A1 Medium"/>
                <a:ea typeface="Gothic A1 Medium"/>
                <a:cs typeface="Gothic A1 Medium"/>
                <a:sym typeface="Gothic A1 Medium"/>
              </a:defRPr>
            </a:pPr>
            <a:r>
              <a:t>Acts as your personal finance assistant—anytime, anywhere.</a:t>
            </a:r>
            <a:br/>
          </a:p>
        </p:txBody>
      </p:sp>
      <p:grpSp>
        <p:nvGrpSpPr>
          <p:cNvPr id="282" name="Google Shape;170;p26"/>
          <p:cNvGrpSpPr/>
          <p:nvPr/>
        </p:nvGrpSpPr>
        <p:grpSpPr>
          <a:xfrm>
            <a:off x="5972242" y="2170926"/>
            <a:ext cx="2306514" cy="2248919"/>
            <a:chOff x="0" y="0"/>
            <a:chExt cx="2306513" cy="2248918"/>
          </a:xfrm>
        </p:grpSpPr>
        <p:sp>
          <p:nvSpPr>
            <p:cNvPr id="264" name="Google Shape;171;p26"/>
            <p:cNvSpPr/>
            <p:nvPr/>
          </p:nvSpPr>
          <p:spPr>
            <a:xfrm>
              <a:off x="472323" y="0"/>
              <a:ext cx="930064" cy="4759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54" h="21600" fill="norm" stroke="1" extrusionOk="0">
                  <a:moveTo>
                    <a:pt x="10626" y="0"/>
                  </a:moveTo>
                  <a:cubicBezTo>
                    <a:pt x="9325" y="0"/>
                    <a:pt x="8305" y="3050"/>
                    <a:pt x="7487" y="3447"/>
                  </a:cubicBezTo>
                  <a:cubicBezTo>
                    <a:pt x="7157" y="3571"/>
                    <a:pt x="6849" y="3685"/>
                    <a:pt x="6511" y="3685"/>
                  </a:cubicBezTo>
                  <a:cubicBezTo>
                    <a:pt x="5899" y="3685"/>
                    <a:pt x="5174" y="3333"/>
                    <a:pt x="3995" y="2151"/>
                  </a:cubicBezTo>
                  <a:cubicBezTo>
                    <a:pt x="3577" y="1737"/>
                    <a:pt x="3111" y="1552"/>
                    <a:pt x="2645" y="1552"/>
                  </a:cubicBezTo>
                  <a:cubicBezTo>
                    <a:pt x="1273" y="1552"/>
                    <a:pt x="-68" y="3147"/>
                    <a:pt x="2" y="5008"/>
                  </a:cubicBezTo>
                  <a:cubicBezTo>
                    <a:pt x="2" y="5369"/>
                    <a:pt x="90" y="5739"/>
                    <a:pt x="183" y="6110"/>
                  </a:cubicBezTo>
                  <a:cubicBezTo>
                    <a:pt x="2803" y="9054"/>
                    <a:pt x="4914" y="19458"/>
                    <a:pt x="5007" y="20286"/>
                  </a:cubicBezTo>
                  <a:cubicBezTo>
                    <a:pt x="5007" y="20286"/>
                    <a:pt x="5556" y="20560"/>
                    <a:pt x="6383" y="20833"/>
                  </a:cubicBezTo>
                  <a:cubicBezTo>
                    <a:pt x="7416" y="21221"/>
                    <a:pt x="8832" y="21600"/>
                    <a:pt x="10182" y="21600"/>
                  </a:cubicBezTo>
                  <a:cubicBezTo>
                    <a:pt x="11110" y="21600"/>
                    <a:pt x="12007" y="21415"/>
                    <a:pt x="12720" y="20930"/>
                  </a:cubicBezTo>
                  <a:cubicBezTo>
                    <a:pt x="12764" y="20745"/>
                    <a:pt x="12764" y="20648"/>
                    <a:pt x="12812" y="20560"/>
                  </a:cubicBezTo>
                  <a:cubicBezTo>
                    <a:pt x="14232" y="16328"/>
                    <a:pt x="18595" y="16416"/>
                    <a:pt x="20156" y="16231"/>
                  </a:cubicBezTo>
                  <a:cubicBezTo>
                    <a:pt x="20292" y="16143"/>
                    <a:pt x="20433" y="16143"/>
                    <a:pt x="20521" y="16143"/>
                  </a:cubicBezTo>
                  <a:cubicBezTo>
                    <a:pt x="21532" y="15684"/>
                    <a:pt x="21026" y="13656"/>
                    <a:pt x="19650" y="10527"/>
                  </a:cubicBezTo>
                  <a:cubicBezTo>
                    <a:pt x="18318" y="7397"/>
                    <a:pt x="14646" y="6938"/>
                    <a:pt x="14646" y="6938"/>
                  </a:cubicBezTo>
                  <a:cubicBezTo>
                    <a:pt x="14646" y="6938"/>
                    <a:pt x="13036" y="1693"/>
                    <a:pt x="11343" y="317"/>
                  </a:cubicBezTo>
                  <a:cubicBezTo>
                    <a:pt x="11093" y="97"/>
                    <a:pt x="10855" y="0"/>
                    <a:pt x="10626" y="0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65" name="Google Shape;172;p26"/>
            <p:cNvSpPr/>
            <p:nvPr/>
          </p:nvSpPr>
          <p:spPr>
            <a:xfrm>
              <a:off x="472440" y="104510"/>
              <a:ext cx="890294" cy="3545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1095" y="0"/>
                  </a:moveTo>
                  <a:cubicBezTo>
                    <a:pt x="9808" y="0"/>
                    <a:pt x="8022" y="7149"/>
                    <a:pt x="8022" y="7149"/>
                  </a:cubicBezTo>
                  <a:cubicBezTo>
                    <a:pt x="8022" y="7149"/>
                    <a:pt x="7037" y="2083"/>
                    <a:pt x="6542" y="1468"/>
                  </a:cubicBezTo>
                  <a:cubicBezTo>
                    <a:pt x="6528" y="1444"/>
                    <a:pt x="6518" y="1432"/>
                    <a:pt x="6504" y="1432"/>
                  </a:cubicBezTo>
                  <a:cubicBezTo>
                    <a:pt x="6122" y="1432"/>
                    <a:pt x="6495" y="10131"/>
                    <a:pt x="6495" y="10735"/>
                  </a:cubicBezTo>
                  <a:cubicBezTo>
                    <a:pt x="6495" y="10782"/>
                    <a:pt x="6485" y="10806"/>
                    <a:pt x="6471" y="10806"/>
                  </a:cubicBezTo>
                  <a:cubicBezTo>
                    <a:pt x="6334" y="10806"/>
                    <a:pt x="5467" y="7942"/>
                    <a:pt x="3987" y="4675"/>
                  </a:cubicBezTo>
                  <a:cubicBezTo>
                    <a:pt x="3049" y="2450"/>
                    <a:pt x="1329" y="1089"/>
                    <a:pt x="0" y="355"/>
                  </a:cubicBezTo>
                  <a:cubicBezTo>
                    <a:pt x="0" y="840"/>
                    <a:pt x="94" y="1337"/>
                    <a:pt x="193" y="1835"/>
                  </a:cubicBezTo>
                  <a:cubicBezTo>
                    <a:pt x="3002" y="5788"/>
                    <a:pt x="5264" y="19754"/>
                    <a:pt x="5363" y="20866"/>
                  </a:cubicBezTo>
                  <a:cubicBezTo>
                    <a:pt x="5363" y="20866"/>
                    <a:pt x="5953" y="21233"/>
                    <a:pt x="6839" y="21600"/>
                  </a:cubicBezTo>
                  <a:cubicBezTo>
                    <a:pt x="8460" y="20748"/>
                    <a:pt x="9789" y="20002"/>
                    <a:pt x="9789" y="20002"/>
                  </a:cubicBezTo>
                  <a:lnTo>
                    <a:pt x="13729" y="21233"/>
                  </a:lnTo>
                  <a:cubicBezTo>
                    <a:pt x="15251" y="15552"/>
                    <a:pt x="19927" y="15670"/>
                    <a:pt x="21600" y="15422"/>
                  </a:cubicBezTo>
                  <a:cubicBezTo>
                    <a:pt x="21548" y="15173"/>
                    <a:pt x="21548" y="15055"/>
                    <a:pt x="21548" y="14925"/>
                  </a:cubicBezTo>
                  <a:cubicBezTo>
                    <a:pt x="20992" y="10948"/>
                    <a:pt x="15695" y="9125"/>
                    <a:pt x="14304" y="9125"/>
                  </a:cubicBezTo>
                  <a:cubicBezTo>
                    <a:pt x="14097" y="9125"/>
                    <a:pt x="13979" y="9173"/>
                    <a:pt x="13970" y="9244"/>
                  </a:cubicBezTo>
                  <a:cubicBezTo>
                    <a:pt x="13970" y="9267"/>
                    <a:pt x="13965" y="9279"/>
                    <a:pt x="13960" y="9279"/>
                  </a:cubicBezTo>
                  <a:cubicBezTo>
                    <a:pt x="13833" y="9279"/>
                    <a:pt x="12697" y="1894"/>
                    <a:pt x="11462" y="237"/>
                  </a:cubicBezTo>
                  <a:cubicBezTo>
                    <a:pt x="11349" y="71"/>
                    <a:pt x="11222" y="0"/>
                    <a:pt x="11095" y="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66" name="Google Shape;173;p26"/>
            <p:cNvSpPr/>
            <p:nvPr/>
          </p:nvSpPr>
          <p:spPr>
            <a:xfrm>
              <a:off x="613553" y="320136"/>
              <a:ext cx="470604" cy="2830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423" h="21600" fill="norm" stroke="1" extrusionOk="0">
                  <a:moveTo>
                    <a:pt x="9683" y="0"/>
                  </a:moveTo>
                  <a:cubicBezTo>
                    <a:pt x="7462" y="0"/>
                    <a:pt x="5193" y="1260"/>
                    <a:pt x="3381" y="3958"/>
                  </a:cubicBezTo>
                  <a:cubicBezTo>
                    <a:pt x="-1390" y="10763"/>
                    <a:pt x="286" y="18961"/>
                    <a:pt x="286" y="18961"/>
                  </a:cubicBezTo>
                  <a:lnTo>
                    <a:pt x="19200" y="21600"/>
                  </a:lnTo>
                  <a:cubicBezTo>
                    <a:pt x="19200" y="21600"/>
                    <a:pt x="20210" y="17879"/>
                    <a:pt x="17941" y="8747"/>
                  </a:cubicBezTo>
                  <a:cubicBezTo>
                    <a:pt x="16610" y="3158"/>
                    <a:pt x="13202" y="0"/>
                    <a:pt x="9683" y="0"/>
                  </a:cubicBez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67" name="Google Shape;174;p26"/>
            <p:cNvSpPr/>
            <p:nvPr/>
          </p:nvSpPr>
          <p:spPr>
            <a:xfrm>
              <a:off x="0" y="467771"/>
              <a:ext cx="1742404" cy="17119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77" h="21600" fill="norm" stroke="1" extrusionOk="0">
                  <a:moveTo>
                    <a:pt x="10509" y="0"/>
                  </a:moveTo>
                  <a:cubicBezTo>
                    <a:pt x="10197" y="0"/>
                    <a:pt x="9885" y="25"/>
                    <a:pt x="9573" y="71"/>
                  </a:cubicBezTo>
                  <a:cubicBezTo>
                    <a:pt x="9257" y="123"/>
                    <a:pt x="8940" y="196"/>
                    <a:pt x="8624" y="275"/>
                  </a:cubicBezTo>
                  <a:cubicBezTo>
                    <a:pt x="8456" y="326"/>
                    <a:pt x="8261" y="402"/>
                    <a:pt x="8067" y="480"/>
                  </a:cubicBezTo>
                  <a:cubicBezTo>
                    <a:pt x="5782" y="1375"/>
                    <a:pt x="3715" y="3473"/>
                    <a:pt x="2598" y="6262"/>
                  </a:cubicBezTo>
                  <a:cubicBezTo>
                    <a:pt x="2160" y="7336"/>
                    <a:pt x="1895" y="8539"/>
                    <a:pt x="1797" y="9767"/>
                  </a:cubicBezTo>
                  <a:cubicBezTo>
                    <a:pt x="1748" y="10304"/>
                    <a:pt x="2041" y="12710"/>
                    <a:pt x="1820" y="13068"/>
                  </a:cubicBezTo>
                  <a:cubicBezTo>
                    <a:pt x="994" y="14475"/>
                    <a:pt x="0" y="16367"/>
                    <a:pt x="0" y="17698"/>
                  </a:cubicBezTo>
                  <a:cubicBezTo>
                    <a:pt x="0" y="17953"/>
                    <a:pt x="23" y="18186"/>
                    <a:pt x="95" y="18389"/>
                  </a:cubicBezTo>
                  <a:cubicBezTo>
                    <a:pt x="654" y="20053"/>
                    <a:pt x="3254" y="20948"/>
                    <a:pt x="8284" y="21512"/>
                  </a:cubicBezTo>
                  <a:cubicBezTo>
                    <a:pt x="8859" y="21573"/>
                    <a:pt x="9455" y="21600"/>
                    <a:pt x="10057" y="21600"/>
                  </a:cubicBezTo>
                  <a:cubicBezTo>
                    <a:pt x="11743" y="21600"/>
                    <a:pt x="13495" y="21377"/>
                    <a:pt x="15087" y="21000"/>
                  </a:cubicBezTo>
                  <a:cubicBezTo>
                    <a:pt x="17906" y="20360"/>
                    <a:pt x="20238" y="19232"/>
                    <a:pt x="20725" y="18159"/>
                  </a:cubicBezTo>
                  <a:cubicBezTo>
                    <a:pt x="21600" y="16240"/>
                    <a:pt x="18418" y="12887"/>
                    <a:pt x="18418" y="12887"/>
                  </a:cubicBezTo>
                  <a:cubicBezTo>
                    <a:pt x="18635" y="10995"/>
                    <a:pt x="18369" y="8742"/>
                    <a:pt x="17955" y="6902"/>
                  </a:cubicBezTo>
                  <a:cubicBezTo>
                    <a:pt x="17396" y="4419"/>
                    <a:pt x="15816" y="2397"/>
                    <a:pt x="14140" y="1196"/>
                  </a:cubicBezTo>
                  <a:cubicBezTo>
                    <a:pt x="12993" y="377"/>
                    <a:pt x="11754" y="0"/>
                    <a:pt x="10509" y="0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68" name="Google Shape;175;p26"/>
            <p:cNvSpPr/>
            <p:nvPr/>
          </p:nvSpPr>
          <p:spPr>
            <a:xfrm>
              <a:off x="113225" y="1581061"/>
              <a:ext cx="402901" cy="4042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497" h="21600" fill="norm" stroke="1" extrusionOk="0">
                  <a:moveTo>
                    <a:pt x="5941" y="0"/>
                  </a:moveTo>
                  <a:cubicBezTo>
                    <a:pt x="5673" y="0"/>
                    <a:pt x="5379" y="93"/>
                    <a:pt x="5040" y="301"/>
                  </a:cubicBezTo>
                  <a:cubicBezTo>
                    <a:pt x="5040" y="301"/>
                    <a:pt x="-828" y="11345"/>
                    <a:pt x="99" y="14282"/>
                  </a:cubicBezTo>
                  <a:cubicBezTo>
                    <a:pt x="893" y="16763"/>
                    <a:pt x="11435" y="21600"/>
                    <a:pt x="16233" y="21600"/>
                  </a:cubicBezTo>
                  <a:cubicBezTo>
                    <a:pt x="17089" y="21600"/>
                    <a:pt x="17758" y="21444"/>
                    <a:pt x="18159" y="21102"/>
                  </a:cubicBezTo>
                  <a:cubicBezTo>
                    <a:pt x="20772" y="18932"/>
                    <a:pt x="7368" y="11999"/>
                    <a:pt x="7368" y="11999"/>
                  </a:cubicBezTo>
                  <a:cubicBezTo>
                    <a:pt x="7368" y="11999"/>
                    <a:pt x="8937" y="0"/>
                    <a:pt x="5941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69" name="Google Shape;176;p26"/>
            <p:cNvSpPr/>
            <p:nvPr/>
          </p:nvSpPr>
          <p:spPr>
            <a:xfrm>
              <a:off x="12044" y="467771"/>
              <a:ext cx="1744125" cy="17119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96" h="21600" fill="norm" stroke="1" extrusionOk="0">
                  <a:moveTo>
                    <a:pt x="10534" y="0"/>
                  </a:moveTo>
                  <a:cubicBezTo>
                    <a:pt x="10219" y="0"/>
                    <a:pt x="9907" y="25"/>
                    <a:pt x="9596" y="71"/>
                  </a:cubicBezTo>
                  <a:cubicBezTo>
                    <a:pt x="9281" y="123"/>
                    <a:pt x="8965" y="196"/>
                    <a:pt x="8651" y="275"/>
                  </a:cubicBezTo>
                  <a:cubicBezTo>
                    <a:pt x="9184" y="1784"/>
                    <a:pt x="10496" y="9613"/>
                    <a:pt x="9354" y="13247"/>
                  </a:cubicBezTo>
                  <a:cubicBezTo>
                    <a:pt x="10983" y="16009"/>
                    <a:pt x="12198" y="15627"/>
                    <a:pt x="11492" y="18544"/>
                  </a:cubicBezTo>
                  <a:cubicBezTo>
                    <a:pt x="11246" y="19602"/>
                    <a:pt x="9249" y="20367"/>
                    <a:pt x="6861" y="20367"/>
                  </a:cubicBezTo>
                  <a:cubicBezTo>
                    <a:pt x="4515" y="20367"/>
                    <a:pt x="1794" y="19627"/>
                    <a:pt x="0" y="17698"/>
                  </a:cubicBezTo>
                  <a:cubicBezTo>
                    <a:pt x="0" y="17953"/>
                    <a:pt x="49" y="18186"/>
                    <a:pt x="98" y="18389"/>
                  </a:cubicBezTo>
                  <a:cubicBezTo>
                    <a:pt x="682" y="20053"/>
                    <a:pt x="3279" y="20948"/>
                    <a:pt x="8311" y="21512"/>
                  </a:cubicBezTo>
                  <a:cubicBezTo>
                    <a:pt x="8886" y="21573"/>
                    <a:pt x="9479" y="21600"/>
                    <a:pt x="10082" y="21600"/>
                  </a:cubicBezTo>
                  <a:cubicBezTo>
                    <a:pt x="11767" y="21600"/>
                    <a:pt x="13519" y="21377"/>
                    <a:pt x="15114" y="21000"/>
                  </a:cubicBezTo>
                  <a:cubicBezTo>
                    <a:pt x="17932" y="20360"/>
                    <a:pt x="20239" y="19232"/>
                    <a:pt x="20751" y="18159"/>
                  </a:cubicBezTo>
                  <a:cubicBezTo>
                    <a:pt x="21600" y="16240"/>
                    <a:pt x="18439" y="12887"/>
                    <a:pt x="18439" y="12887"/>
                  </a:cubicBezTo>
                  <a:cubicBezTo>
                    <a:pt x="18661" y="10995"/>
                    <a:pt x="18367" y="8742"/>
                    <a:pt x="17955" y="6902"/>
                  </a:cubicBezTo>
                  <a:cubicBezTo>
                    <a:pt x="17420" y="4419"/>
                    <a:pt x="15842" y="2397"/>
                    <a:pt x="14164" y="1196"/>
                  </a:cubicBezTo>
                  <a:cubicBezTo>
                    <a:pt x="13019" y="377"/>
                    <a:pt x="11779" y="0"/>
                    <a:pt x="10534" y="0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70" name="Google Shape;177;p26"/>
            <p:cNvSpPr/>
            <p:nvPr/>
          </p:nvSpPr>
          <p:spPr>
            <a:xfrm>
              <a:off x="798991" y="467772"/>
              <a:ext cx="943413" cy="16643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02" h="21600" fill="norm" stroke="1" extrusionOk="0">
                  <a:moveTo>
                    <a:pt x="1681" y="0"/>
                  </a:moveTo>
                  <a:cubicBezTo>
                    <a:pt x="1120" y="0"/>
                    <a:pt x="560" y="25"/>
                    <a:pt x="0" y="73"/>
                  </a:cubicBezTo>
                  <a:cubicBezTo>
                    <a:pt x="2441" y="1810"/>
                    <a:pt x="4711" y="4255"/>
                    <a:pt x="5802" y="7545"/>
                  </a:cubicBezTo>
                  <a:cubicBezTo>
                    <a:pt x="6283" y="9179"/>
                    <a:pt x="6459" y="10548"/>
                    <a:pt x="6546" y="11571"/>
                  </a:cubicBezTo>
                  <a:cubicBezTo>
                    <a:pt x="6634" y="12809"/>
                    <a:pt x="7332" y="13994"/>
                    <a:pt x="8641" y="14864"/>
                  </a:cubicBezTo>
                  <a:cubicBezTo>
                    <a:pt x="9598" y="15519"/>
                    <a:pt x="10647" y="16520"/>
                    <a:pt x="11170" y="17995"/>
                  </a:cubicBezTo>
                  <a:cubicBezTo>
                    <a:pt x="11475" y="18887"/>
                    <a:pt x="10560" y="20521"/>
                    <a:pt x="9903" y="21600"/>
                  </a:cubicBezTo>
                  <a:cubicBezTo>
                    <a:pt x="14966" y="20942"/>
                    <a:pt x="19154" y="19782"/>
                    <a:pt x="20028" y="18678"/>
                  </a:cubicBezTo>
                  <a:cubicBezTo>
                    <a:pt x="21600" y="16704"/>
                    <a:pt x="15885" y="13255"/>
                    <a:pt x="15885" y="13255"/>
                  </a:cubicBezTo>
                  <a:cubicBezTo>
                    <a:pt x="16274" y="11309"/>
                    <a:pt x="15798" y="8992"/>
                    <a:pt x="15054" y="7099"/>
                  </a:cubicBezTo>
                  <a:cubicBezTo>
                    <a:pt x="14050" y="4545"/>
                    <a:pt x="11212" y="2466"/>
                    <a:pt x="8202" y="1230"/>
                  </a:cubicBezTo>
                  <a:cubicBezTo>
                    <a:pt x="6141" y="388"/>
                    <a:pt x="3917" y="0"/>
                    <a:pt x="1681" y="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71" name="Google Shape;178;p26"/>
            <p:cNvSpPr/>
            <p:nvPr/>
          </p:nvSpPr>
          <p:spPr>
            <a:xfrm>
              <a:off x="236864" y="681649"/>
              <a:ext cx="342922" cy="7793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47" h="21600" fill="norm" stroke="1" extrusionOk="0">
                  <a:moveTo>
                    <a:pt x="18784" y="0"/>
                  </a:moveTo>
                  <a:cubicBezTo>
                    <a:pt x="18508" y="0"/>
                    <a:pt x="18231" y="38"/>
                    <a:pt x="17943" y="124"/>
                  </a:cubicBezTo>
                  <a:cubicBezTo>
                    <a:pt x="13010" y="1647"/>
                    <a:pt x="4112" y="4905"/>
                    <a:pt x="2302" y="9287"/>
                  </a:cubicBezTo>
                  <a:cubicBezTo>
                    <a:pt x="-84" y="15360"/>
                    <a:pt x="-810" y="21600"/>
                    <a:pt x="1057" y="21600"/>
                  </a:cubicBezTo>
                  <a:cubicBezTo>
                    <a:pt x="1069" y="21600"/>
                    <a:pt x="1080" y="21595"/>
                    <a:pt x="1103" y="21595"/>
                  </a:cubicBezTo>
                  <a:cubicBezTo>
                    <a:pt x="4953" y="21482"/>
                    <a:pt x="6509" y="11091"/>
                    <a:pt x="6993" y="9680"/>
                  </a:cubicBezTo>
                  <a:cubicBezTo>
                    <a:pt x="7120" y="9287"/>
                    <a:pt x="16744" y="4345"/>
                    <a:pt x="20110" y="1308"/>
                  </a:cubicBezTo>
                  <a:cubicBezTo>
                    <a:pt x="20790" y="673"/>
                    <a:pt x="19902" y="0"/>
                    <a:pt x="18784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72" name="Google Shape;179;p26"/>
            <p:cNvSpPr/>
            <p:nvPr/>
          </p:nvSpPr>
          <p:spPr>
            <a:xfrm>
              <a:off x="671168" y="975366"/>
              <a:ext cx="378209" cy="6781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045" h="21600" fill="norm" stroke="1" extrusionOk="0">
                  <a:moveTo>
                    <a:pt x="6774" y="4740"/>
                  </a:moveTo>
                  <a:cubicBezTo>
                    <a:pt x="6774" y="5643"/>
                    <a:pt x="6877" y="6614"/>
                    <a:pt x="6877" y="7586"/>
                  </a:cubicBezTo>
                  <a:cubicBezTo>
                    <a:pt x="5796" y="7264"/>
                    <a:pt x="5158" y="6806"/>
                    <a:pt x="5477" y="6101"/>
                  </a:cubicBezTo>
                  <a:cubicBezTo>
                    <a:pt x="5693" y="5519"/>
                    <a:pt x="6126" y="5067"/>
                    <a:pt x="6774" y="4740"/>
                  </a:cubicBezTo>
                  <a:close/>
                  <a:moveTo>
                    <a:pt x="9029" y="4226"/>
                  </a:moveTo>
                  <a:cubicBezTo>
                    <a:pt x="9565" y="4226"/>
                    <a:pt x="10100" y="4226"/>
                    <a:pt x="10749" y="4294"/>
                  </a:cubicBezTo>
                  <a:cubicBezTo>
                    <a:pt x="10954" y="4356"/>
                    <a:pt x="11068" y="4356"/>
                    <a:pt x="11284" y="4424"/>
                  </a:cubicBezTo>
                  <a:cubicBezTo>
                    <a:pt x="11387" y="5643"/>
                    <a:pt x="11387" y="7066"/>
                    <a:pt x="11387" y="8619"/>
                  </a:cubicBezTo>
                  <a:cubicBezTo>
                    <a:pt x="10646" y="8427"/>
                    <a:pt x="9781" y="8297"/>
                    <a:pt x="9029" y="8167"/>
                  </a:cubicBezTo>
                  <a:lnTo>
                    <a:pt x="9029" y="4226"/>
                  </a:lnTo>
                  <a:close/>
                  <a:moveTo>
                    <a:pt x="13539" y="12622"/>
                  </a:moveTo>
                  <a:cubicBezTo>
                    <a:pt x="15474" y="13785"/>
                    <a:pt x="15258" y="15462"/>
                    <a:pt x="13539" y="16242"/>
                  </a:cubicBezTo>
                  <a:lnTo>
                    <a:pt x="13539" y="12622"/>
                  </a:lnTo>
                  <a:close/>
                  <a:moveTo>
                    <a:pt x="9029" y="11267"/>
                  </a:moveTo>
                  <a:cubicBezTo>
                    <a:pt x="9884" y="11397"/>
                    <a:pt x="10749" y="11527"/>
                    <a:pt x="11500" y="11719"/>
                  </a:cubicBezTo>
                  <a:cubicBezTo>
                    <a:pt x="11603" y="13464"/>
                    <a:pt x="11603" y="15208"/>
                    <a:pt x="11716" y="16693"/>
                  </a:cubicBezTo>
                  <a:cubicBezTo>
                    <a:pt x="11480" y="16712"/>
                    <a:pt x="11243" y="16718"/>
                    <a:pt x="11016" y="16718"/>
                  </a:cubicBezTo>
                  <a:cubicBezTo>
                    <a:pt x="10316" y="16718"/>
                    <a:pt x="9667" y="16644"/>
                    <a:pt x="9029" y="16495"/>
                  </a:cubicBezTo>
                  <a:lnTo>
                    <a:pt x="9029" y="11267"/>
                  </a:lnTo>
                  <a:close/>
                  <a:moveTo>
                    <a:pt x="7402" y="0"/>
                  </a:moveTo>
                  <a:cubicBezTo>
                    <a:pt x="7073" y="0"/>
                    <a:pt x="6805" y="6"/>
                    <a:pt x="6774" y="31"/>
                  </a:cubicBezTo>
                  <a:lnTo>
                    <a:pt x="6774" y="1968"/>
                  </a:lnTo>
                  <a:cubicBezTo>
                    <a:pt x="3974" y="2481"/>
                    <a:pt x="2141" y="3774"/>
                    <a:pt x="1287" y="4808"/>
                  </a:cubicBezTo>
                  <a:cubicBezTo>
                    <a:pt x="0" y="6422"/>
                    <a:pt x="855" y="8427"/>
                    <a:pt x="3758" y="9720"/>
                  </a:cubicBezTo>
                  <a:cubicBezTo>
                    <a:pt x="4942" y="10296"/>
                    <a:pt x="6013" y="10624"/>
                    <a:pt x="6991" y="10884"/>
                  </a:cubicBezTo>
                  <a:cubicBezTo>
                    <a:pt x="6991" y="12560"/>
                    <a:pt x="7094" y="14237"/>
                    <a:pt x="7094" y="15790"/>
                  </a:cubicBezTo>
                  <a:cubicBezTo>
                    <a:pt x="5796" y="15079"/>
                    <a:pt x="4839" y="14107"/>
                    <a:pt x="4190" y="12950"/>
                  </a:cubicBezTo>
                  <a:cubicBezTo>
                    <a:pt x="3222" y="13136"/>
                    <a:pt x="0" y="14367"/>
                    <a:pt x="0" y="14367"/>
                  </a:cubicBezTo>
                  <a:cubicBezTo>
                    <a:pt x="0" y="14367"/>
                    <a:pt x="1503" y="18630"/>
                    <a:pt x="7094" y="19472"/>
                  </a:cubicBezTo>
                  <a:lnTo>
                    <a:pt x="7207" y="19533"/>
                  </a:lnTo>
                  <a:cubicBezTo>
                    <a:pt x="7310" y="20827"/>
                    <a:pt x="7310" y="21600"/>
                    <a:pt x="7310" y="21600"/>
                  </a:cubicBezTo>
                  <a:lnTo>
                    <a:pt x="9029" y="21600"/>
                  </a:lnTo>
                  <a:lnTo>
                    <a:pt x="9029" y="19725"/>
                  </a:lnTo>
                  <a:cubicBezTo>
                    <a:pt x="9534" y="19806"/>
                    <a:pt x="10079" y="19837"/>
                    <a:pt x="10646" y="19837"/>
                  </a:cubicBezTo>
                  <a:cubicBezTo>
                    <a:pt x="11027" y="19837"/>
                    <a:pt x="11428" y="19818"/>
                    <a:pt x="11819" y="19793"/>
                  </a:cubicBezTo>
                  <a:lnTo>
                    <a:pt x="11819" y="21600"/>
                  </a:lnTo>
                  <a:lnTo>
                    <a:pt x="13539" y="21600"/>
                  </a:lnTo>
                  <a:lnTo>
                    <a:pt x="13539" y="19595"/>
                  </a:lnTo>
                  <a:cubicBezTo>
                    <a:pt x="14609" y="19410"/>
                    <a:pt x="15690" y="19082"/>
                    <a:pt x="16658" y="18562"/>
                  </a:cubicBezTo>
                  <a:cubicBezTo>
                    <a:pt x="19778" y="16953"/>
                    <a:pt x="21600" y="13464"/>
                    <a:pt x="18264" y="11137"/>
                  </a:cubicBezTo>
                  <a:cubicBezTo>
                    <a:pt x="16874" y="10104"/>
                    <a:pt x="16658" y="9782"/>
                    <a:pt x="13539" y="9071"/>
                  </a:cubicBezTo>
                  <a:lnTo>
                    <a:pt x="13539" y="5259"/>
                  </a:lnTo>
                  <a:cubicBezTo>
                    <a:pt x="14506" y="5971"/>
                    <a:pt x="14506" y="6874"/>
                    <a:pt x="14506" y="6874"/>
                  </a:cubicBezTo>
                  <a:lnTo>
                    <a:pt x="19242" y="6293"/>
                  </a:lnTo>
                  <a:cubicBezTo>
                    <a:pt x="19242" y="6293"/>
                    <a:pt x="18594" y="3193"/>
                    <a:pt x="13539" y="2029"/>
                  </a:cubicBezTo>
                  <a:lnTo>
                    <a:pt x="13539" y="31"/>
                  </a:lnTo>
                  <a:cubicBezTo>
                    <a:pt x="13539" y="31"/>
                    <a:pt x="12581" y="0"/>
                    <a:pt x="11912" y="0"/>
                  </a:cubicBezTo>
                  <a:cubicBezTo>
                    <a:pt x="11582" y="0"/>
                    <a:pt x="11325" y="6"/>
                    <a:pt x="11284" y="31"/>
                  </a:cubicBezTo>
                  <a:lnTo>
                    <a:pt x="11284" y="1708"/>
                  </a:lnTo>
                  <a:cubicBezTo>
                    <a:pt x="10532" y="1640"/>
                    <a:pt x="9781" y="1640"/>
                    <a:pt x="9029" y="1640"/>
                  </a:cubicBezTo>
                  <a:lnTo>
                    <a:pt x="9029" y="31"/>
                  </a:lnTo>
                  <a:cubicBezTo>
                    <a:pt x="9029" y="31"/>
                    <a:pt x="8072" y="0"/>
                    <a:pt x="7402" y="0"/>
                  </a:cubicBezTo>
                  <a:close/>
                </a:path>
              </a:pathLst>
            </a:custGeom>
            <a:solidFill>
              <a:srgbClr val="BE1F8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73" name="Google Shape;180;p26"/>
            <p:cNvSpPr/>
            <p:nvPr/>
          </p:nvSpPr>
          <p:spPr>
            <a:xfrm>
              <a:off x="1074092" y="608608"/>
              <a:ext cx="404254" cy="8527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44" h="21600" fill="norm" stroke="1" extrusionOk="0">
                  <a:moveTo>
                    <a:pt x="2102" y="0"/>
                  </a:moveTo>
                  <a:cubicBezTo>
                    <a:pt x="555" y="0"/>
                    <a:pt x="-497" y="1043"/>
                    <a:pt x="241" y="1816"/>
                  </a:cubicBezTo>
                  <a:cubicBezTo>
                    <a:pt x="1728" y="3095"/>
                    <a:pt x="3932" y="4074"/>
                    <a:pt x="5419" y="5407"/>
                  </a:cubicBezTo>
                  <a:cubicBezTo>
                    <a:pt x="6895" y="6746"/>
                    <a:pt x="7947" y="8182"/>
                    <a:pt x="8897" y="9668"/>
                  </a:cubicBezTo>
                  <a:cubicBezTo>
                    <a:pt x="11112" y="13113"/>
                    <a:pt x="11860" y="16758"/>
                    <a:pt x="13863" y="20252"/>
                  </a:cubicBezTo>
                  <a:cubicBezTo>
                    <a:pt x="14368" y="21172"/>
                    <a:pt x="15824" y="21600"/>
                    <a:pt x="17291" y="21600"/>
                  </a:cubicBezTo>
                  <a:cubicBezTo>
                    <a:pt x="19182" y="21600"/>
                    <a:pt x="21103" y="20887"/>
                    <a:pt x="21042" y="19588"/>
                  </a:cubicBezTo>
                  <a:cubicBezTo>
                    <a:pt x="20729" y="15523"/>
                    <a:pt x="18716" y="11159"/>
                    <a:pt x="15450" y="7513"/>
                  </a:cubicBezTo>
                  <a:cubicBezTo>
                    <a:pt x="13013" y="4842"/>
                    <a:pt x="8270" y="989"/>
                    <a:pt x="2779" y="69"/>
                  </a:cubicBezTo>
                  <a:cubicBezTo>
                    <a:pt x="2547" y="25"/>
                    <a:pt x="2314" y="0"/>
                    <a:pt x="2102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74" name="Google Shape;181;p26"/>
            <p:cNvSpPr/>
            <p:nvPr/>
          </p:nvSpPr>
          <p:spPr>
            <a:xfrm>
              <a:off x="1140677" y="1543569"/>
              <a:ext cx="187120" cy="2696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21" h="21600" fill="norm" stroke="1" extrusionOk="0">
                  <a:moveTo>
                    <a:pt x="4833" y="0"/>
                  </a:moveTo>
                  <a:cubicBezTo>
                    <a:pt x="2725" y="0"/>
                    <a:pt x="452" y="1510"/>
                    <a:pt x="104" y="3128"/>
                  </a:cubicBezTo>
                  <a:cubicBezTo>
                    <a:pt x="-756" y="7999"/>
                    <a:pt x="3953" y="12543"/>
                    <a:pt x="5222" y="17258"/>
                  </a:cubicBezTo>
                  <a:cubicBezTo>
                    <a:pt x="6123" y="19997"/>
                    <a:pt x="9215" y="21600"/>
                    <a:pt x="12388" y="21600"/>
                  </a:cubicBezTo>
                  <a:cubicBezTo>
                    <a:pt x="13740" y="21600"/>
                    <a:pt x="15111" y="21304"/>
                    <a:pt x="16340" y="20666"/>
                  </a:cubicBezTo>
                  <a:cubicBezTo>
                    <a:pt x="20414" y="18565"/>
                    <a:pt x="20844" y="13695"/>
                    <a:pt x="17425" y="10924"/>
                  </a:cubicBezTo>
                  <a:cubicBezTo>
                    <a:pt x="13576" y="7345"/>
                    <a:pt x="11631" y="1992"/>
                    <a:pt x="6082" y="202"/>
                  </a:cubicBezTo>
                  <a:cubicBezTo>
                    <a:pt x="5693" y="62"/>
                    <a:pt x="5263" y="0"/>
                    <a:pt x="4833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75" name="Google Shape;182;p26"/>
            <p:cNvSpPr/>
            <p:nvPr/>
          </p:nvSpPr>
          <p:spPr>
            <a:xfrm>
              <a:off x="1045994" y="772561"/>
              <a:ext cx="1260520" cy="14763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095" h="21600" fill="norm" stroke="1" extrusionOk="0">
                  <a:moveTo>
                    <a:pt x="8550" y="0"/>
                  </a:moveTo>
                  <a:cubicBezTo>
                    <a:pt x="7091" y="0"/>
                    <a:pt x="5755" y="171"/>
                    <a:pt x="5013" y="608"/>
                  </a:cubicBezTo>
                  <a:cubicBezTo>
                    <a:pt x="4151" y="2177"/>
                    <a:pt x="6641" y="5531"/>
                    <a:pt x="6641" y="5531"/>
                  </a:cubicBezTo>
                  <a:cubicBezTo>
                    <a:pt x="3168" y="8111"/>
                    <a:pt x="-2485" y="17283"/>
                    <a:pt x="1202" y="20071"/>
                  </a:cubicBezTo>
                  <a:cubicBezTo>
                    <a:pt x="2744" y="21245"/>
                    <a:pt x="5466" y="21600"/>
                    <a:pt x="8168" y="21600"/>
                  </a:cubicBezTo>
                  <a:cubicBezTo>
                    <a:pt x="11879" y="21600"/>
                    <a:pt x="15545" y="20932"/>
                    <a:pt x="16043" y="20810"/>
                  </a:cubicBezTo>
                  <a:cubicBezTo>
                    <a:pt x="16658" y="20665"/>
                    <a:pt x="18132" y="20335"/>
                    <a:pt x="18806" y="19122"/>
                  </a:cubicBezTo>
                  <a:cubicBezTo>
                    <a:pt x="18806" y="19122"/>
                    <a:pt x="18806" y="19090"/>
                    <a:pt x="18835" y="19062"/>
                  </a:cubicBezTo>
                  <a:cubicBezTo>
                    <a:pt x="18897" y="18911"/>
                    <a:pt x="18991" y="18707"/>
                    <a:pt x="19021" y="18496"/>
                  </a:cubicBezTo>
                  <a:cubicBezTo>
                    <a:pt x="19083" y="18172"/>
                    <a:pt x="19115" y="17814"/>
                    <a:pt x="19083" y="17399"/>
                  </a:cubicBezTo>
                  <a:cubicBezTo>
                    <a:pt x="18591" y="11613"/>
                    <a:pt x="12938" y="5531"/>
                    <a:pt x="12938" y="5531"/>
                  </a:cubicBezTo>
                  <a:cubicBezTo>
                    <a:pt x="12938" y="5531"/>
                    <a:pt x="16105" y="2177"/>
                    <a:pt x="15060" y="1228"/>
                  </a:cubicBezTo>
                  <a:cubicBezTo>
                    <a:pt x="14227" y="753"/>
                    <a:pt x="12355" y="310"/>
                    <a:pt x="10419" y="102"/>
                  </a:cubicBezTo>
                  <a:cubicBezTo>
                    <a:pt x="10295" y="102"/>
                    <a:pt x="10204" y="74"/>
                    <a:pt x="10113" y="74"/>
                  </a:cubicBezTo>
                  <a:cubicBezTo>
                    <a:pt x="9804" y="43"/>
                    <a:pt x="9530" y="43"/>
                    <a:pt x="9251" y="14"/>
                  </a:cubicBezTo>
                  <a:cubicBezTo>
                    <a:pt x="9015" y="6"/>
                    <a:pt x="8783" y="0"/>
                    <a:pt x="8550" y="0"/>
                  </a:cubicBezTo>
                  <a:close/>
                </a:path>
              </a:pathLst>
            </a:custGeom>
            <a:solidFill>
              <a:srgbClr val="BE1F8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76" name="Google Shape;183;p26"/>
            <p:cNvSpPr/>
            <p:nvPr/>
          </p:nvSpPr>
          <p:spPr>
            <a:xfrm>
              <a:off x="1045994" y="772561"/>
              <a:ext cx="1255599" cy="14763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104" h="21600" fill="norm" stroke="1" extrusionOk="0">
                  <a:moveTo>
                    <a:pt x="8588" y="0"/>
                  </a:moveTo>
                  <a:cubicBezTo>
                    <a:pt x="7122" y="0"/>
                    <a:pt x="5780" y="171"/>
                    <a:pt x="5035" y="608"/>
                  </a:cubicBezTo>
                  <a:cubicBezTo>
                    <a:pt x="4169" y="2177"/>
                    <a:pt x="6670" y="5531"/>
                    <a:pt x="6670" y="5531"/>
                  </a:cubicBezTo>
                  <a:cubicBezTo>
                    <a:pt x="3182" y="8111"/>
                    <a:pt x="-2496" y="17283"/>
                    <a:pt x="1207" y="20071"/>
                  </a:cubicBezTo>
                  <a:cubicBezTo>
                    <a:pt x="2756" y="21245"/>
                    <a:pt x="5490" y="21600"/>
                    <a:pt x="8204" y="21600"/>
                  </a:cubicBezTo>
                  <a:cubicBezTo>
                    <a:pt x="11931" y="21600"/>
                    <a:pt x="15613" y="20932"/>
                    <a:pt x="16113" y="20810"/>
                  </a:cubicBezTo>
                  <a:cubicBezTo>
                    <a:pt x="16731" y="20665"/>
                    <a:pt x="18211" y="20335"/>
                    <a:pt x="18888" y="19122"/>
                  </a:cubicBezTo>
                  <a:cubicBezTo>
                    <a:pt x="18888" y="19122"/>
                    <a:pt x="18888" y="19090"/>
                    <a:pt x="18918" y="19062"/>
                  </a:cubicBezTo>
                  <a:cubicBezTo>
                    <a:pt x="18980" y="18911"/>
                    <a:pt x="19074" y="18707"/>
                    <a:pt x="19104" y="18496"/>
                  </a:cubicBezTo>
                  <a:cubicBezTo>
                    <a:pt x="18146" y="18815"/>
                    <a:pt x="16949" y="18963"/>
                    <a:pt x="15696" y="18963"/>
                  </a:cubicBezTo>
                  <a:cubicBezTo>
                    <a:pt x="12507" y="18963"/>
                    <a:pt x="8939" y="18005"/>
                    <a:pt x="7967" y="16450"/>
                  </a:cubicBezTo>
                  <a:cubicBezTo>
                    <a:pt x="6578" y="14165"/>
                    <a:pt x="10278" y="6867"/>
                    <a:pt x="10403" y="6659"/>
                  </a:cubicBezTo>
                  <a:cubicBezTo>
                    <a:pt x="10497" y="6452"/>
                    <a:pt x="9353" y="4047"/>
                    <a:pt x="9167" y="2922"/>
                  </a:cubicBezTo>
                  <a:cubicBezTo>
                    <a:pt x="9078" y="2089"/>
                    <a:pt x="9785" y="693"/>
                    <a:pt x="10157" y="74"/>
                  </a:cubicBezTo>
                  <a:cubicBezTo>
                    <a:pt x="9847" y="43"/>
                    <a:pt x="9572" y="43"/>
                    <a:pt x="9291" y="14"/>
                  </a:cubicBezTo>
                  <a:cubicBezTo>
                    <a:pt x="9055" y="6"/>
                    <a:pt x="8821" y="0"/>
                    <a:pt x="8588" y="0"/>
                  </a:cubicBezTo>
                  <a:close/>
                </a:path>
              </a:pathLst>
            </a:custGeom>
            <a:solidFill>
              <a:srgbClr val="A3137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77" name="Google Shape;184;p26"/>
            <p:cNvSpPr/>
            <p:nvPr/>
          </p:nvSpPr>
          <p:spPr>
            <a:xfrm>
              <a:off x="1045994" y="772561"/>
              <a:ext cx="1243361" cy="14763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082" h="21600" fill="norm" stroke="1" extrusionOk="0">
                  <a:moveTo>
                    <a:pt x="8662" y="0"/>
                  </a:moveTo>
                  <a:cubicBezTo>
                    <a:pt x="7183" y="0"/>
                    <a:pt x="5830" y="171"/>
                    <a:pt x="5079" y="608"/>
                  </a:cubicBezTo>
                  <a:cubicBezTo>
                    <a:pt x="4205" y="2177"/>
                    <a:pt x="6727" y="5531"/>
                    <a:pt x="6727" y="5531"/>
                  </a:cubicBezTo>
                  <a:cubicBezTo>
                    <a:pt x="3209" y="8111"/>
                    <a:pt x="-2518" y="17283"/>
                    <a:pt x="1218" y="20071"/>
                  </a:cubicBezTo>
                  <a:cubicBezTo>
                    <a:pt x="2780" y="21245"/>
                    <a:pt x="5538" y="21600"/>
                    <a:pt x="8275" y="21600"/>
                  </a:cubicBezTo>
                  <a:cubicBezTo>
                    <a:pt x="12034" y="21600"/>
                    <a:pt x="15749" y="20932"/>
                    <a:pt x="16253" y="20810"/>
                  </a:cubicBezTo>
                  <a:cubicBezTo>
                    <a:pt x="16876" y="20665"/>
                    <a:pt x="18369" y="20335"/>
                    <a:pt x="19052" y="19122"/>
                  </a:cubicBezTo>
                  <a:cubicBezTo>
                    <a:pt x="19052" y="19122"/>
                    <a:pt x="19052" y="19090"/>
                    <a:pt x="19082" y="19062"/>
                  </a:cubicBezTo>
                  <a:cubicBezTo>
                    <a:pt x="17031" y="19906"/>
                    <a:pt x="15039" y="20125"/>
                    <a:pt x="13161" y="20125"/>
                  </a:cubicBezTo>
                  <a:cubicBezTo>
                    <a:pt x="11733" y="20125"/>
                    <a:pt x="10370" y="19997"/>
                    <a:pt x="9094" y="19920"/>
                  </a:cubicBezTo>
                  <a:cubicBezTo>
                    <a:pt x="6044" y="19716"/>
                    <a:pt x="4175" y="18616"/>
                    <a:pt x="4518" y="15026"/>
                  </a:cubicBezTo>
                  <a:cubicBezTo>
                    <a:pt x="4828" y="11437"/>
                    <a:pt x="8719" y="5949"/>
                    <a:pt x="8719" y="5949"/>
                  </a:cubicBezTo>
                  <a:cubicBezTo>
                    <a:pt x="8719" y="5949"/>
                    <a:pt x="7568" y="2683"/>
                    <a:pt x="7631" y="1822"/>
                  </a:cubicBezTo>
                  <a:cubicBezTo>
                    <a:pt x="7660" y="1259"/>
                    <a:pt x="8689" y="458"/>
                    <a:pt x="9372" y="14"/>
                  </a:cubicBezTo>
                  <a:cubicBezTo>
                    <a:pt x="9133" y="6"/>
                    <a:pt x="8898" y="0"/>
                    <a:pt x="8662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78" name="Google Shape;185;p26"/>
            <p:cNvSpPr/>
            <p:nvPr/>
          </p:nvSpPr>
          <p:spPr>
            <a:xfrm>
              <a:off x="1512702" y="1158551"/>
              <a:ext cx="146085" cy="526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901" y="0"/>
                  </a:moveTo>
                  <a:cubicBezTo>
                    <a:pt x="1293" y="0"/>
                    <a:pt x="0" y="4623"/>
                    <a:pt x="0" y="9246"/>
                  </a:cubicBezTo>
                  <a:cubicBezTo>
                    <a:pt x="0" y="14187"/>
                    <a:pt x="1494" y="17535"/>
                    <a:pt x="3303" y="18412"/>
                  </a:cubicBezTo>
                  <a:cubicBezTo>
                    <a:pt x="5687" y="18412"/>
                    <a:pt x="8100" y="19209"/>
                    <a:pt x="10484" y="20086"/>
                  </a:cubicBezTo>
                  <a:cubicBezTo>
                    <a:pt x="12351" y="20644"/>
                    <a:pt x="14362" y="21600"/>
                    <a:pt x="16430" y="21600"/>
                  </a:cubicBezTo>
                  <a:cubicBezTo>
                    <a:pt x="17349" y="21600"/>
                    <a:pt x="18268" y="21361"/>
                    <a:pt x="19216" y="20883"/>
                  </a:cubicBezTo>
                  <a:cubicBezTo>
                    <a:pt x="20394" y="20086"/>
                    <a:pt x="21600" y="15064"/>
                    <a:pt x="21600" y="10920"/>
                  </a:cubicBezTo>
                  <a:cubicBezTo>
                    <a:pt x="21600" y="6775"/>
                    <a:pt x="20394" y="3427"/>
                    <a:pt x="18900" y="1754"/>
                  </a:cubicBezTo>
                  <a:cubicBezTo>
                    <a:pt x="17694" y="80"/>
                    <a:pt x="16200" y="877"/>
                    <a:pt x="14706" y="80"/>
                  </a:cubicBezTo>
                  <a:lnTo>
                    <a:pt x="10800" y="80"/>
                  </a:lnTo>
                  <a:cubicBezTo>
                    <a:pt x="9996" y="399"/>
                    <a:pt x="9163" y="478"/>
                    <a:pt x="8330" y="478"/>
                  </a:cubicBezTo>
                  <a:cubicBezTo>
                    <a:pt x="6635" y="478"/>
                    <a:pt x="4912" y="80"/>
                    <a:pt x="3303" y="80"/>
                  </a:cubicBezTo>
                  <a:cubicBezTo>
                    <a:pt x="3160" y="0"/>
                    <a:pt x="3016" y="0"/>
                    <a:pt x="2901" y="0"/>
                  </a:cubicBez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79" name="Google Shape;186;p26"/>
            <p:cNvSpPr/>
            <p:nvPr/>
          </p:nvSpPr>
          <p:spPr>
            <a:xfrm>
              <a:off x="1719971" y="1168847"/>
              <a:ext cx="154350" cy="575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03" h="21600" fill="norm" stroke="1" extrusionOk="0">
                  <a:moveTo>
                    <a:pt x="2986" y="0"/>
                  </a:moveTo>
                  <a:cubicBezTo>
                    <a:pt x="1912" y="0"/>
                    <a:pt x="865" y="1751"/>
                    <a:pt x="211" y="5327"/>
                  </a:cubicBezTo>
                  <a:cubicBezTo>
                    <a:pt x="-601" y="11457"/>
                    <a:pt x="1048" y="16054"/>
                    <a:pt x="3248" y="16784"/>
                  </a:cubicBezTo>
                  <a:cubicBezTo>
                    <a:pt x="4321" y="17586"/>
                    <a:pt x="5421" y="18316"/>
                    <a:pt x="6782" y="19776"/>
                  </a:cubicBezTo>
                  <a:cubicBezTo>
                    <a:pt x="8144" y="20578"/>
                    <a:pt x="9505" y="21308"/>
                    <a:pt x="11155" y="21308"/>
                  </a:cubicBezTo>
                  <a:cubicBezTo>
                    <a:pt x="11757" y="21527"/>
                    <a:pt x="12359" y="21600"/>
                    <a:pt x="12987" y="21600"/>
                  </a:cubicBezTo>
                  <a:cubicBezTo>
                    <a:pt x="15265" y="21600"/>
                    <a:pt x="17700" y="20359"/>
                    <a:pt x="19638" y="16784"/>
                  </a:cubicBezTo>
                  <a:cubicBezTo>
                    <a:pt x="20449" y="15251"/>
                    <a:pt x="20999" y="12989"/>
                    <a:pt x="20737" y="10654"/>
                  </a:cubicBezTo>
                  <a:cubicBezTo>
                    <a:pt x="20737" y="4889"/>
                    <a:pt x="19062" y="3576"/>
                    <a:pt x="17150" y="3576"/>
                  </a:cubicBezTo>
                  <a:cubicBezTo>
                    <a:pt x="15501" y="3576"/>
                    <a:pt x="13668" y="4597"/>
                    <a:pt x="12516" y="4597"/>
                  </a:cubicBezTo>
                  <a:cubicBezTo>
                    <a:pt x="12071" y="4816"/>
                    <a:pt x="11626" y="4889"/>
                    <a:pt x="11155" y="4889"/>
                  </a:cubicBezTo>
                  <a:cubicBezTo>
                    <a:pt x="10238" y="4889"/>
                    <a:pt x="9348" y="4597"/>
                    <a:pt x="8406" y="4597"/>
                  </a:cubicBezTo>
                  <a:cubicBezTo>
                    <a:pt x="7882" y="4597"/>
                    <a:pt x="7332" y="4597"/>
                    <a:pt x="6520" y="3868"/>
                  </a:cubicBezTo>
                  <a:cubicBezTo>
                    <a:pt x="6232" y="3868"/>
                    <a:pt x="5971" y="3065"/>
                    <a:pt x="5683" y="3065"/>
                  </a:cubicBezTo>
                  <a:cubicBezTo>
                    <a:pt x="5421" y="3065"/>
                    <a:pt x="5421" y="2335"/>
                    <a:pt x="5133" y="2335"/>
                  </a:cubicBezTo>
                  <a:cubicBezTo>
                    <a:pt x="4478" y="803"/>
                    <a:pt x="3719" y="0"/>
                    <a:pt x="2986" y="0"/>
                  </a:cubicBez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80" name="Google Shape;187;p26"/>
            <p:cNvSpPr/>
            <p:nvPr/>
          </p:nvSpPr>
          <p:spPr>
            <a:xfrm>
              <a:off x="1486283" y="1380005"/>
              <a:ext cx="382958" cy="6202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991" h="21600" fill="norm" stroke="1" extrusionOk="0">
                  <a:moveTo>
                    <a:pt x="6673" y="4729"/>
                  </a:moveTo>
                  <a:cubicBezTo>
                    <a:pt x="6673" y="5642"/>
                    <a:pt x="6774" y="6562"/>
                    <a:pt x="6774" y="7617"/>
                  </a:cubicBezTo>
                  <a:cubicBezTo>
                    <a:pt x="5720" y="7265"/>
                    <a:pt x="5081" y="6846"/>
                    <a:pt x="5405" y="6136"/>
                  </a:cubicBezTo>
                  <a:cubicBezTo>
                    <a:pt x="5618" y="5500"/>
                    <a:pt x="6044" y="5074"/>
                    <a:pt x="6673" y="4729"/>
                  </a:cubicBezTo>
                  <a:close/>
                  <a:moveTo>
                    <a:pt x="9005" y="4228"/>
                  </a:moveTo>
                  <a:cubicBezTo>
                    <a:pt x="9533" y="4228"/>
                    <a:pt x="10060" y="4228"/>
                    <a:pt x="10587" y="4302"/>
                  </a:cubicBezTo>
                  <a:cubicBezTo>
                    <a:pt x="10800" y="4302"/>
                    <a:pt x="11013" y="4370"/>
                    <a:pt x="11226" y="4370"/>
                  </a:cubicBezTo>
                  <a:cubicBezTo>
                    <a:pt x="11226" y="5642"/>
                    <a:pt x="11338" y="7056"/>
                    <a:pt x="11338" y="8605"/>
                  </a:cubicBezTo>
                  <a:cubicBezTo>
                    <a:pt x="10486" y="8395"/>
                    <a:pt x="9746" y="8260"/>
                    <a:pt x="9005" y="8118"/>
                  </a:cubicBezTo>
                  <a:lnTo>
                    <a:pt x="9005" y="4228"/>
                  </a:lnTo>
                  <a:close/>
                  <a:moveTo>
                    <a:pt x="13559" y="12562"/>
                  </a:moveTo>
                  <a:cubicBezTo>
                    <a:pt x="15354" y="13766"/>
                    <a:pt x="15252" y="15458"/>
                    <a:pt x="13559" y="16236"/>
                  </a:cubicBezTo>
                  <a:lnTo>
                    <a:pt x="13559" y="12562"/>
                  </a:lnTo>
                  <a:close/>
                  <a:moveTo>
                    <a:pt x="9005" y="11290"/>
                  </a:moveTo>
                  <a:cubicBezTo>
                    <a:pt x="9857" y="11433"/>
                    <a:pt x="10699" y="11507"/>
                    <a:pt x="11439" y="11717"/>
                  </a:cubicBezTo>
                  <a:cubicBezTo>
                    <a:pt x="11551" y="13482"/>
                    <a:pt x="11551" y="15180"/>
                    <a:pt x="11652" y="16729"/>
                  </a:cubicBezTo>
                  <a:cubicBezTo>
                    <a:pt x="11419" y="16750"/>
                    <a:pt x="11176" y="16756"/>
                    <a:pt x="10942" y="16756"/>
                  </a:cubicBezTo>
                  <a:cubicBezTo>
                    <a:pt x="10243" y="16756"/>
                    <a:pt x="9563" y="16675"/>
                    <a:pt x="9005" y="16520"/>
                  </a:cubicBezTo>
                  <a:lnTo>
                    <a:pt x="9005" y="11290"/>
                  </a:lnTo>
                  <a:close/>
                  <a:moveTo>
                    <a:pt x="7322" y="0"/>
                  </a:moveTo>
                  <a:cubicBezTo>
                    <a:pt x="6977" y="0"/>
                    <a:pt x="6714" y="20"/>
                    <a:pt x="6673" y="68"/>
                  </a:cubicBezTo>
                  <a:lnTo>
                    <a:pt x="6673" y="1901"/>
                  </a:lnTo>
                  <a:cubicBezTo>
                    <a:pt x="3925" y="2469"/>
                    <a:pt x="2120" y="3734"/>
                    <a:pt x="1278" y="4796"/>
                  </a:cubicBezTo>
                  <a:cubicBezTo>
                    <a:pt x="-101" y="6420"/>
                    <a:pt x="751" y="8395"/>
                    <a:pt x="3600" y="9735"/>
                  </a:cubicBezTo>
                  <a:cubicBezTo>
                    <a:pt x="4777" y="10303"/>
                    <a:pt x="5933" y="10655"/>
                    <a:pt x="6886" y="10864"/>
                  </a:cubicBezTo>
                  <a:cubicBezTo>
                    <a:pt x="6886" y="12562"/>
                    <a:pt x="6987" y="14253"/>
                    <a:pt x="6987" y="15809"/>
                  </a:cubicBezTo>
                  <a:cubicBezTo>
                    <a:pt x="5720" y="15106"/>
                    <a:pt x="4777" y="14118"/>
                    <a:pt x="4138" y="12921"/>
                  </a:cubicBezTo>
                  <a:cubicBezTo>
                    <a:pt x="3073" y="13124"/>
                    <a:pt x="0" y="14395"/>
                    <a:pt x="0" y="14395"/>
                  </a:cubicBezTo>
                  <a:cubicBezTo>
                    <a:pt x="0" y="14395"/>
                    <a:pt x="1481" y="18637"/>
                    <a:pt x="6987" y="19483"/>
                  </a:cubicBezTo>
                  <a:cubicBezTo>
                    <a:pt x="7099" y="19483"/>
                    <a:pt x="7099" y="19483"/>
                    <a:pt x="7200" y="19557"/>
                  </a:cubicBezTo>
                  <a:lnTo>
                    <a:pt x="7200" y="21600"/>
                  </a:lnTo>
                  <a:lnTo>
                    <a:pt x="9005" y="21600"/>
                  </a:lnTo>
                  <a:lnTo>
                    <a:pt x="9005" y="19767"/>
                  </a:lnTo>
                  <a:cubicBezTo>
                    <a:pt x="9857" y="19841"/>
                    <a:pt x="10800" y="19841"/>
                    <a:pt x="11764" y="19841"/>
                  </a:cubicBezTo>
                  <a:lnTo>
                    <a:pt x="11764" y="21600"/>
                  </a:lnTo>
                  <a:lnTo>
                    <a:pt x="13559" y="21600"/>
                  </a:lnTo>
                  <a:lnTo>
                    <a:pt x="13559" y="19625"/>
                  </a:lnTo>
                  <a:cubicBezTo>
                    <a:pt x="14613" y="19415"/>
                    <a:pt x="15668" y="19131"/>
                    <a:pt x="16631" y="18569"/>
                  </a:cubicBezTo>
                  <a:cubicBezTo>
                    <a:pt x="19694" y="16939"/>
                    <a:pt x="21499" y="13482"/>
                    <a:pt x="18325" y="11081"/>
                  </a:cubicBezTo>
                  <a:cubicBezTo>
                    <a:pt x="16844" y="10093"/>
                    <a:pt x="16631" y="9809"/>
                    <a:pt x="13559" y="9031"/>
                  </a:cubicBezTo>
                  <a:lnTo>
                    <a:pt x="13559" y="5216"/>
                  </a:lnTo>
                  <a:cubicBezTo>
                    <a:pt x="14512" y="5994"/>
                    <a:pt x="14400" y="6846"/>
                    <a:pt x="14400" y="6846"/>
                  </a:cubicBezTo>
                  <a:lnTo>
                    <a:pt x="19167" y="6278"/>
                  </a:lnTo>
                  <a:cubicBezTo>
                    <a:pt x="19167" y="6278"/>
                    <a:pt x="18538" y="3173"/>
                    <a:pt x="13559" y="2043"/>
                  </a:cubicBezTo>
                  <a:lnTo>
                    <a:pt x="13559" y="68"/>
                  </a:lnTo>
                  <a:cubicBezTo>
                    <a:pt x="13559" y="68"/>
                    <a:pt x="12565" y="0"/>
                    <a:pt x="11875" y="0"/>
                  </a:cubicBezTo>
                  <a:cubicBezTo>
                    <a:pt x="11531" y="0"/>
                    <a:pt x="11267" y="20"/>
                    <a:pt x="11226" y="68"/>
                  </a:cubicBezTo>
                  <a:lnTo>
                    <a:pt x="11226" y="1684"/>
                  </a:lnTo>
                  <a:cubicBezTo>
                    <a:pt x="10374" y="1617"/>
                    <a:pt x="9644" y="1617"/>
                    <a:pt x="9005" y="1617"/>
                  </a:cubicBezTo>
                  <a:lnTo>
                    <a:pt x="9005" y="68"/>
                  </a:lnTo>
                  <a:cubicBezTo>
                    <a:pt x="9005" y="68"/>
                    <a:pt x="8012" y="0"/>
                    <a:pt x="7322" y="0"/>
                  </a:cubicBez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81" name="Google Shape;188;p26"/>
            <p:cNvSpPr/>
            <p:nvPr/>
          </p:nvSpPr>
          <p:spPr>
            <a:xfrm>
              <a:off x="1083954" y="1756864"/>
              <a:ext cx="221091" cy="3859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983" h="21600" fill="norm" stroke="1" extrusionOk="0">
                  <a:moveTo>
                    <a:pt x="6890" y="0"/>
                  </a:moveTo>
                  <a:cubicBezTo>
                    <a:pt x="6006" y="0"/>
                    <a:pt x="5089" y="272"/>
                    <a:pt x="4438" y="913"/>
                  </a:cubicBezTo>
                  <a:cubicBezTo>
                    <a:pt x="419" y="4772"/>
                    <a:pt x="-1316" y="9088"/>
                    <a:pt x="1119" y="13512"/>
                  </a:cubicBezTo>
                  <a:cubicBezTo>
                    <a:pt x="3388" y="17708"/>
                    <a:pt x="8425" y="20774"/>
                    <a:pt x="15230" y="21567"/>
                  </a:cubicBezTo>
                  <a:cubicBezTo>
                    <a:pt x="15414" y="21589"/>
                    <a:pt x="15597" y="21600"/>
                    <a:pt x="15764" y="21600"/>
                  </a:cubicBezTo>
                  <a:cubicBezTo>
                    <a:pt x="18166" y="21600"/>
                    <a:pt x="20284" y="19545"/>
                    <a:pt x="18016" y="18284"/>
                  </a:cubicBezTo>
                  <a:cubicBezTo>
                    <a:pt x="10877" y="14654"/>
                    <a:pt x="5122" y="8860"/>
                    <a:pt x="9476" y="2848"/>
                  </a:cubicBezTo>
                  <a:cubicBezTo>
                    <a:pt x="10677" y="1294"/>
                    <a:pt x="8842" y="0"/>
                    <a:pt x="6890" y="0"/>
                  </a:cubicBezTo>
                  <a:close/>
                </a:path>
              </a:pathLst>
            </a:custGeom>
            <a:solidFill>
              <a:srgbClr val="BE1F8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193;p27"/>
          <p:cNvSpPr txBox="1"/>
          <p:nvPr>
            <p:ph type="title"/>
          </p:nvPr>
        </p:nvSpPr>
        <p:spPr>
          <a:xfrm>
            <a:off x="719999" y="445025"/>
            <a:ext cx="7704002" cy="572701"/>
          </a:xfrm>
          <a:prstGeom prst="rect">
            <a:avLst/>
          </a:prstGeom>
        </p:spPr>
        <p:txBody>
          <a:bodyPr/>
          <a:lstStyle>
            <a:lvl1pPr defTabSz="576072">
              <a:defRPr sz="2520"/>
            </a:lvl1pPr>
          </a:lstStyle>
          <a:p>
            <a:pPr/>
            <a:r>
              <a:t>PROJECT  FEATURES</a:t>
            </a:r>
          </a:p>
        </p:txBody>
      </p:sp>
      <p:sp>
        <p:nvSpPr>
          <p:cNvPr id="285" name="Google Shape;194;p27"/>
          <p:cNvSpPr txBox="1"/>
          <p:nvPr>
            <p:ph type="body" sz="quarter" idx="1"/>
          </p:nvPr>
        </p:nvSpPr>
        <p:spPr>
          <a:xfrm>
            <a:off x="1797624" y="1962449"/>
            <a:ext cx="2365801" cy="940201"/>
          </a:xfrm>
          <a:prstGeom prst="rect">
            <a:avLst/>
          </a:prstGeom>
        </p:spPr>
        <p:txBody>
          <a:bodyPr/>
          <a:lstStyle/>
          <a:p>
            <a:pPr marL="0" indent="0">
              <a:defRPr sz="1500"/>
            </a:pPr>
            <a:r>
              <a:t>1)Add</a:t>
            </a:r>
          </a:p>
          <a:p>
            <a:pPr marL="0" indent="0">
              <a:defRPr sz="1500"/>
            </a:pPr>
            <a:r>
              <a:t>2)Update</a:t>
            </a:r>
          </a:p>
          <a:p>
            <a:pPr marL="0" indent="0">
              <a:defRPr sz="1500"/>
            </a:pPr>
            <a:r>
              <a:t>3)Delete</a:t>
            </a:r>
          </a:p>
        </p:txBody>
      </p:sp>
      <p:sp>
        <p:nvSpPr>
          <p:cNvPr id="286" name="Google Shape;195;p27"/>
          <p:cNvSpPr/>
          <p:nvPr/>
        </p:nvSpPr>
        <p:spPr>
          <a:xfrm>
            <a:off x="813474" y="1078975"/>
            <a:ext cx="815701" cy="73501"/>
          </a:xfrm>
          <a:prstGeom prst="rect">
            <a:avLst/>
          </a:prstGeom>
          <a:solidFill>
            <a:srgbClr val="BE1F8E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287" name="Google Shape;196;p27"/>
          <p:cNvSpPr txBox="1"/>
          <p:nvPr/>
        </p:nvSpPr>
        <p:spPr>
          <a:xfrm>
            <a:off x="710850" y="1485099"/>
            <a:ext cx="1035901" cy="109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b">
            <a:normAutofit fontScale="100000" lnSpcReduction="0"/>
          </a:bodyPr>
          <a:lstStyle>
            <a:lvl1pPr algn="ctr">
              <a:defRPr sz="6000">
                <a:latin typeface="Staatliches"/>
                <a:ea typeface="Staatliches"/>
                <a:cs typeface="Staatliches"/>
                <a:sym typeface="Staatliches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288" name="Google Shape;197;p27"/>
          <p:cNvSpPr txBox="1"/>
          <p:nvPr/>
        </p:nvSpPr>
        <p:spPr>
          <a:xfrm>
            <a:off x="1797624" y="1820749"/>
            <a:ext cx="2365801" cy="340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b">
            <a:normAutofit fontScale="100000" lnSpcReduction="0"/>
          </a:bodyPr>
          <a:lstStyle/>
          <a:p>
            <a:pPr defTabSz="393192">
              <a:defRPr sz="1075">
                <a:latin typeface="Staatliches"/>
                <a:ea typeface="Staatliches"/>
                <a:cs typeface="Staatliches"/>
                <a:sym typeface="Staatliches"/>
              </a:defRPr>
            </a:pPr>
            <a:r>
              <a:t>COMPLETED</a:t>
            </a:r>
            <a:r>
              <a:rPr sz="1032"/>
              <a:t> </a:t>
            </a:r>
          </a:p>
        </p:txBody>
      </p:sp>
      <p:sp>
        <p:nvSpPr>
          <p:cNvPr id="289" name="Google Shape;198;p27"/>
          <p:cNvSpPr txBox="1"/>
          <p:nvPr/>
        </p:nvSpPr>
        <p:spPr>
          <a:xfrm>
            <a:off x="4835125" y="1485099"/>
            <a:ext cx="1035901" cy="109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b">
            <a:normAutofit fontScale="100000" lnSpcReduction="0"/>
          </a:bodyPr>
          <a:lstStyle>
            <a:lvl1pPr algn="ctr">
              <a:defRPr sz="6000">
                <a:latin typeface="Staatliches"/>
                <a:ea typeface="Staatliches"/>
                <a:cs typeface="Staatliches"/>
                <a:sym typeface="Staatliches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90" name="Google Shape;199;p27"/>
          <p:cNvSpPr txBox="1"/>
          <p:nvPr/>
        </p:nvSpPr>
        <p:spPr>
          <a:xfrm>
            <a:off x="5921900" y="2033549"/>
            <a:ext cx="2365801" cy="84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b">
            <a:normAutofit fontScale="100000" lnSpcReduction="0"/>
          </a:bodyPr>
          <a:lstStyle/>
          <a:p>
            <a:pPr defTabSz="905255">
              <a:defRPr sz="1485">
                <a:latin typeface="Gothic A1"/>
                <a:ea typeface="Gothic A1"/>
                <a:cs typeface="Gothic A1"/>
                <a:sym typeface="Gothic A1"/>
              </a:defRPr>
            </a:pPr>
            <a:r>
              <a:t>1)Categorization</a:t>
            </a:r>
          </a:p>
          <a:p>
            <a:pPr defTabSz="905255">
              <a:defRPr sz="1485">
                <a:latin typeface="Gothic A1"/>
                <a:ea typeface="Gothic A1"/>
                <a:cs typeface="Gothic A1"/>
                <a:sym typeface="Gothic A1"/>
              </a:defRPr>
            </a:pPr>
            <a:r>
              <a:t>2)View summaries and reports</a:t>
            </a:r>
          </a:p>
        </p:txBody>
      </p:sp>
      <p:sp>
        <p:nvSpPr>
          <p:cNvPr id="291" name="Google Shape;200;p27"/>
          <p:cNvSpPr txBox="1"/>
          <p:nvPr/>
        </p:nvSpPr>
        <p:spPr>
          <a:xfrm>
            <a:off x="5921900" y="1820749"/>
            <a:ext cx="2365801" cy="340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b">
            <a:normAutofit fontScale="100000" lnSpcReduction="0"/>
          </a:bodyPr>
          <a:lstStyle>
            <a:lvl1pPr defTabSz="393192">
              <a:defRPr sz="1075">
                <a:latin typeface="Staatliches"/>
                <a:ea typeface="Staatliches"/>
                <a:cs typeface="Staatliches"/>
                <a:sym typeface="Staatliches"/>
              </a:defRPr>
            </a:lvl1pPr>
          </a:lstStyle>
          <a:p>
            <a:pPr/>
            <a:r>
              <a:t>IN PROCESS</a:t>
            </a:r>
          </a:p>
        </p:txBody>
      </p:sp>
      <p:sp>
        <p:nvSpPr>
          <p:cNvPr id="292" name="Google Shape;201;p27"/>
          <p:cNvSpPr txBox="1"/>
          <p:nvPr/>
        </p:nvSpPr>
        <p:spPr>
          <a:xfrm>
            <a:off x="710850" y="3062274"/>
            <a:ext cx="1035901" cy="109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b">
            <a:normAutofit fontScale="100000" lnSpcReduction="0"/>
          </a:bodyPr>
          <a:lstStyle>
            <a:lvl1pPr algn="ctr">
              <a:defRPr sz="6000">
                <a:latin typeface="Staatliches"/>
                <a:ea typeface="Staatliches"/>
                <a:cs typeface="Staatliches"/>
                <a:sym typeface="Staatliches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293" name="Google Shape;202;p27"/>
          <p:cNvSpPr txBox="1"/>
          <p:nvPr/>
        </p:nvSpPr>
        <p:spPr>
          <a:xfrm>
            <a:off x="1797624" y="3646199"/>
            <a:ext cx="2365801" cy="57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b">
            <a:normAutofit fontScale="100000" lnSpcReduction="0"/>
          </a:bodyPr>
          <a:lstStyle/>
          <a:p>
            <a:pPr defTabSz="749808">
              <a:defRPr sz="1230">
                <a:latin typeface="Gothic A1"/>
                <a:ea typeface="Gothic A1"/>
                <a:cs typeface="Gothic A1"/>
                <a:sym typeface="Gothic A1"/>
              </a:defRPr>
            </a:pPr>
            <a:r>
              <a:t>Data storage</a:t>
            </a:r>
          </a:p>
          <a:p>
            <a:pPr defTabSz="749808">
              <a:defRPr sz="1230">
                <a:latin typeface="Gothic A1"/>
                <a:ea typeface="Gothic A1"/>
                <a:cs typeface="Gothic A1"/>
                <a:sym typeface="Gothic A1"/>
              </a:defRPr>
            </a:pPr>
            <a:r>
              <a:t>Search option</a:t>
            </a:r>
          </a:p>
        </p:txBody>
      </p:sp>
      <p:sp>
        <p:nvSpPr>
          <p:cNvPr id="294" name="Google Shape;203;p27"/>
          <p:cNvSpPr txBox="1"/>
          <p:nvPr/>
        </p:nvSpPr>
        <p:spPr>
          <a:xfrm>
            <a:off x="1797624" y="3397925"/>
            <a:ext cx="2365801" cy="340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b">
            <a:normAutofit fontScale="100000" lnSpcReduction="0"/>
          </a:bodyPr>
          <a:lstStyle>
            <a:lvl1pPr defTabSz="393192">
              <a:defRPr sz="1075">
                <a:latin typeface="Staatliches"/>
                <a:ea typeface="Staatliches"/>
                <a:cs typeface="Staatliches"/>
                <a:sym typeface="Staatliches"/>
              </a:defRPr>
            </a:lvl1pPr>
          </a:lstStyle>
          <a:p>
            <a:pPr/>
            <a:r>
              <a:t>YET TO START</a:t>
            </a:r>
          </a:p>
        </p:txBody>
      </p:sp>
      <p:sp>
        <p:nvSpPr>
          <p:cNvPr id="295" name="Google Shape;204;p27"/>
          <p:cNvSpPr txBox="1"/>
          <p:nvPr/>
        </p:nvSpPr>
        <p:spPr>
          <a:xfrm>
            <a:off x="4835125" y="3062274"/>
            <a:ext cx="1035901" cy="109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b">
            <a:normAutofit fontScale="100000" lnSpcReduction="0"/>
          </a:bodyPr>
          <a:lstStyle>
            <a:lvl1pPr algn="ctr">
              <a:defRPr sz="6000">
                <a:latin typeface="Staatliches"/>
                <a:ea typeface="Staatliches"/>
                <a:cs typeface="Staatliches"/>
                <a:sym typeface="Staatliches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296" name="Google Shape;205;p27"/>
          <p:cNvSpPr txBox="1"/>
          <p:nvPr/>
        </p:nvSpPr>
        <p:spPr>
          <a:xfrm>
            <a:off x="5921900" y="3257999"/>
            <a:ext cx="2365801" cy="1206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b">
            <a:normAutofit fontScale="100000" lnSpcReduction="0"/>
          </a:bodyPr>
          <a:lstStyle/>
          <a:p>
            <a:pPr>
              <a:defRPr b="1" sz="1500">
                <a:latin typeface="Gothic A1"/>
                <a:ea typeface="Gothic A1"/>
                <a:cs typeface="Gothic A1"/>
                <a:sym typeface="Gothic A1"/>
              </a:defRPr>
            </a:pPr>
            <a:r>
              <a:t>PYTHON 3 </a:t>
            </a:r>
          </a:p>
          <a:p>
            <a:pPr>
              <a:defRPr b="1" sz="1500">
                <a:latin typeface="Gothic A1"/>
                <a:ea typeface="Gothic A1"/>
                <a:cs typeface="Gothic A1"/>
                <a:sym typeface="Gothic A1"/>
              </a:defRPr>
            </a:pPr>
            <a:r>
              <a:t>VS Code</a:t>
            </a:r>
          </a:p>
          <a:p>
            <a:pPr>
              <a:defRPr b="1" sz="1500">
                <a:latin typeface="Gothic A1"/>
                <a:ea typeface="Gothic A1"/>
                <a:cs typeface="Gothic A1"/>
                <a:sym typeface="Gothic A1"/>
              </a:defRPr>
            </a:pPr>
            <a:r>
              <a:t>Command line</a:t>
            </a:r>
          </a:p>
        </p:txBody>
      </p:sp>
      <p:sp>
        <p:nvSpPr>
          <p:cNvPr id="297" name="Google Shape;206;p27"/>
          <p:cNvSpPr txBox="1"/>
          <p:nvPr/>
        </p:nvSpPr>
        <p:spPr>
          <a:xfrm>
            <a:off x="5921900" y="3397925"/>
            <a:ext cx="2365801" cy="340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b">
            <a:normAutofit fontScale="100000" lnSpcReduction="0"/>
          </a:bodyPr>
          <a:lstStyle>
            <a:lvl1pPr defTabSz="374904">
              <a:defRPr sz="1066">
                <a:latin typeface="Staatliches"/>
                <a:ea typeface="Staatliches"/>
                <a:cs typeface="Staatliches"/>
                <a:sym typeface="Staatliches"/>
              </a:defRPr>
            </a:lvl1pPr>
          </a:lstStyle>
          <a:p>
            <a:pPr/>
            <a:r>
              <a:t>TECHNOLOGY USED</a:t>
            </a:r>
          </a:p>
        </p:txBody>
      </p:sp>
      <p:sp>
        <p:nvSpPr>
          <p:cNvPr id="298" name="Google Shape;207;p27"/>
          <p:cNvSpPr/>
          <p:nvPr/>
        </p:nvSpPr>
        <p:spPr>
          <a:xfrm>
            <a:off x="813474" y="2556149"/>
            <a:ext cx="815701" cy="73501"/>
          </a:xfrm>
          <a:prstGeom prst="rect">
            <a:avLst/>
          </a:prstGeom>
          <a:solidFill>
            <a:srgbClr val="BE1F8E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299" name="Google Shape;208;p27"/>
          <p:cNvSpPr/>
          <p:nvPr/>
        </p:nvSpPr>
        <p:spPr>
          <a:xfrm>
            <a:off x="813474" y="4139300"/>
            <a:ext cx="815701" cy="73501"/>
          </a:xfrm>
          <a:prstGeom prst="rect">
            <a:avLst/>
          </a:prstGeom>
          <a:solidFill>
            <a:srgbClr val="BE1F8E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300" name="Google Shape;209;p27"/>
          <p:cNvSpPr/>
          <p:nvPr/>
        </p:nvSpPr>
        <p:spPr>
          <a:xfrm>
            <a:off x="4945224" y="2556149"/>
            <a:ext cx="815701" cy="73501"/>
          </a:xfrm>
          <a:prstGeom prst="rect">
            <a:avLst/>
          </a:prstGeom>
          <a:solidFill>
            <a:srgbClr val="BE1F8E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301" name="Google Shape;210;p27"/>
          <p:cNvSpPr/>
          <p:nvPr/>
        </p:nvSpPr>
        <p:spPr>
          <a:xfrm>
            <a:off x="4945224" y="4139300"/>
            <a:ext cx="815701" cy="73501"/>
          </a:xfrm>
          <a:prstGeom prst="rect">
            <a:avLst/>
          </a:prstGeom>
          <a:solidFill>
            <a:srgbClr val="BE1F8E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215;p28"/>
          <p:cNvSpPr/>
          <p:nvPr/>
        </p:nvSpPr>
        <p:spPr>
          <a:xfrm>
            <a:off x="5467074" y="3554474"/>
            <a:ext cx="2889901" cy="507601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304" name="Google Shape;216;p28"/>
          <p:cNvSpPr txBox="1"/>
          <p:nvPr>
            <p:ph type="title"/>
          </p:nvPr>
        </p:nvSpPr>
        <p:spPr>
          <a:xfrm>
            <a:off x="-1" y="100899"/>
            <a:ext cx="7704002" cy="748802"/>
          </a:xfrm>
          <a:prstGeom prst="rect">
            <a:avLst/>
          </a:prstGeom>
        </p:spPr>
        <p:txBody>
          <a:bodyPr/>
          <a:lstStyle/>
          <a:p>
            <a:pPr defTabSz="365760">
              <a:defRPr sz="1400"/>
            </a:pPr>
            <a:r>
              <a:t>SYSTEM   DESIGN</a:t>
            </a:r>
          </a:p>
          <a:p>
            <a:pPr defTabSz="365760">
              <a:defRPr sz="1400"/>
            </a:pPr>
            <a:r>
              <a:t> </a:t>
            </a:r>
          </a:p>
          <a:p>
            <a:pPr defTabSz="365760">
              <a:defRPr sz="1400"/>
            </a:pPr>
            <a:r>
              <a:t>FLOWCHART :</a:t>
            </a:r>
          </a:p>
        </p:txBody>
      </p:sp>
      <p:sp>
        <p:nvSpPr>
          <p:cNvPr id="305" name="Google Shape;217;p28"/>
          <p:cNvSpPr/>
          <p:nvPr/>
        </p:nvSpPr>
        <p:spPr>
          <a:xfrm>
            <a:off x="97050" y="745900"/>
            <a:ext cx="1266000" cy="103801"/>
          </a:xfrm>
          <a:prstGeom prst="rect">
            <a:avLst/>
          </a:prstGeom>
          <a:solidFill>
            <a:srgbClr val="BE1F8E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pic>
        <p:nvPicPr>
          <p:cNvPr id="306" name="Google Shape;218;p28" descr="Google Shape;218;p28"/>
          <p:cNvPicPr>
            <a:picLocks noChangeAspect="1"/>
          </p:cNvPicPr>
          <p:nvPr/>
        </p:nvPicPr>
        <p:blipFill>
          <a:blip r:embed="rId2">
            <a:extLst/>
          </a:blip>
          <a:srcRect l="43313" t="1416" r="27107" b="13780"/>
          <a:stretch>
            <a:fillRect/>
          </a:stretch>
        </p:blipFill>
        <p:spPr>
          <a:xfrm>
            <a:off x="3022325" y="197974"/>
            <a:ext cx="5004875" cy="459895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223;p29"/>
          <p:cNvSpPr/>
          <p:nvPr/>
        </p:nvSpPr>
        <p:spPr>
          <a:xfrm>
            <a:off x="719999" y="4340175"/>
            <a:ext cx="3527402" cy="335101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grpSp>
        <p:nvGrpSpPr>
          <p:cNvPr id="350" name="Google Shape;224;p29"/>
          <p:cNvGrpSpPr/>
          <p:nvPr/>
        </p:nvGrpSpPr>
        <p:grpSpPr>
          <a:xfrm>
            <a:off x="755550" y="910571"/>
            <a:ext cx="1524637" cy="3692831"/>
            <a:chOff x="0" y="0"/>
            <a:chExt cx="1524636" cy="3692829"/>
          </a:xfrm>
        </p:grpSpPr>
        <p:sp>
          <p:nvSpPr>
            <p:cNvPr id="309" name="Google Shape;225;p29"/>
            <p:cNvSpPr/>
            <p:nvPr/>
          </p:nvSpPr>
          <p:spPr>
            <a:xfrm>
              <a:off x="1024456" y="508284"/>
              <a:ext cx="499903" cy="12973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61" h="21600" fill="norm" stroke="1" extrusionOk="0">
                  <a:moveTo>
                    <a:pt x="3268" y="0"/>
                  </a:moveTo>
                  <a:cubicBezTo>
                    <a:pt x="3171" y="0"/>
                    <a:pt x="3074" y="2"/>
                    <a:pt x="2972" y="3"/>
                  </a:cubicBezTo>
                  <a:cubicBezTo>
                    <a:pt x="-425" y="58"/>
                    <a:pt x="-649" y="2113"/>
                    <a:pt x="988" y="4384"/>
                  </a:cubicBezTo>
                  <a:cubicBezTo>
                    <a:pt x="3061" y="7261"/>
                    <a:pt x="7702" y="10569"/>
                    <a:pt x="8802" y="11588"/>
                  </a:cubicBezTo>
                  <a:cubicBezTo>
                    <a:pt x="12118" y="14644"/>
                    <a:pt x="13798" y="18006"/>
                    <a:pt x="13751" y="21348"/>
                  </a:cubicBezTo>
                  <a:cubicBezTo>
                    <a:pt x="14931" y="21441"/>
                    <a:pt x="16564" y="21600"/>
                    <a:pt x="17905" y="21600"/>
                  </a:cubicBezTo>
                  <a:cubicBezTo>
                    <a:pt x="19119" y="21600"/>
                    <a:pt x="20096" y="21470"/>
                    <a:pt x="20287" y="21045"/>
                  </a:cubicBezTo>
                  <a:cubicBezTo>
                    <a:pt x="20951" y="19417"/>
                    <a:pt x="20460" y="14591"/>
                    <a:pt x="18252" y="10533"/>
                  </a:cubicBezTo>
                  <a:cubicBezTo>
                    <a:pt x="16886" y="8048"/>
                    <a:pt x="13442" y="4312"/>
                    <a:pt x="9863" y="2185"/>
                  </a:cubicBezTo>
                  <a:cubicBezTo>
                    <a:pt x="8061" y="1127"/>
                    <a:pt x="6471" y="0"/>
                    <a:pt x="3268" y="0"/>
                  </a:cubicBezTo>
                  <a:close/>
                </a:path>
              </a:pathLst>
            </a:custGeom>
            <a:solidFill>
              <a:srgbClr val="BE1F8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10" name="Google Shape;226;p29"/>
            <p:cNvSpPr/>
            <p:nvPr/>
          </p:nvSpPr>
          <p:spPr>
            <a:xfrm>
              <a:off x="1325048" y="1705150"/>
              <a:ext cx="199589" cy="3140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16" h="21600" fill="norm" stroke="1" extrusionOk="0">
                  <a:moveTo>
                    <a:pt x="14184" y="0"/>
                  </a:moveTo>
                  <a:cubicBezTo>
                    <a:pt x="9711" y="0"/>
                    <a:pt x="4473" y="743"/>
                    <a:pt x="3535" y="2108"/>
                  </a:cubicBezTo>
                  <a:cubicBezTo>
                    <a:pt x="2296" y="3651"/>
                    <a:pt x="5669" y="10082"/>
                    <a:pt x="3869" y="11412"/>
                  </a:cubicBezTo>
                  <a:cubicBezTo>
                    <a:pt x="3201" y="11928"/>
                    <a:pt x="1962" y="12516"/>
                    <a:pt x="1283" y="12961"/>
                  </a:cubicBezTo>
                  <a:cubicBezTo>
                    <a:pt x="-291" y="13846"/>
                    <a:pt x="-291" y="16655"/>
                    <a:pt x="604" y="17914"/>
                  </a:cubicBezTo>
                  <a:cubicBezTo>
                    <a:pt x="604" y="17914"/>
                    <a:pt x="2156" y="15876"/>
                    <a:pt x="3999" y="15876"/>
                  </a:cubicBezTo>
                  <a:cubicBezTo>
                    <a:pt x="4139" y="15876"/>
                    <a:pt x="4290" y="15890"/>
                    <a:pt x="4430" y="15912"/>
                  </a:cubicBezTo>
                  <a:cubicBezTo>
                    <a:pt x="3869" y="17688"/>
                    <a:pt x="3762" y="18572"/>
                    <a:pt x="4322" y="20348"/>
                  </a:cubicBezTo>
                  <a:cubicBezTo>
                    <a:pt x="4635" y="21154"/>
                    <a:pt x="5378" y="21345"/>
                    <a:pt x="6370" y="21345"/>
                  </a:cubicBezTo>
                  <a:cubicBezTo>
                    <a:pt x="7275" y="21345"/>
                    <a:pt x="8375" y="21183"/>
                    <a:pt x="9517" y="21183"/>
                  </a:cubicBezTo>
                  <a:cubicBezTo>
                    <a:pt x="9841" y="21183"/>
                    <a:pt x="10175" y="21197"/>
                    <a:pt x="10509" y="21232"/>
                  </a:cubicBezTo>
                  <a:cubicBezTo>
                    <a:pt x="11802" y="21381"/>
                    <a:pt x="13128" y="21600"/>
                    <a:pt x="14314" y="21600"/>
                  </a:cubicBezTo>
                  <a:cubicBezTo>
                    <a:pt x="15489" y="21600"/>
                    <a:pt x="16534" y="21381"/>
                    <a:pt x="17256" y="20645"/>
                  </a:cubicBezTo>
                  <a:cubicBezTo>
                    <a:pt x="18722" y="19166"/>
                    <a:pt x="18280" y="18501"/>
                    <a:pt x="18614" y="16803"/>
                  </a:cubicBezTo>
                  <a:cubicBezTo>
                    <a:pt x="19056" y="14808"/>
                    <a:pt x="21309" y="5129"/>
                    <a:pt x="20856" y="1436"/>
                  </a:cubicBezTo>
                  <a:cubicBezTo>
                    <a:pt x="20759" y="460"/>
                    <a:pt x="17709" y="0"/>
                    <a:pt x="14184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11" name="Google Shape;227;p29"/>
            <p:cNvSpPr/>
            <p:nvPr/>
          </p:nvSpPr>
          <p:spPr>
            <a:xfrm>
              <a:off x="1013384" y="500159"/>
              <a:ext cx="112924" cy="4752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22" h="21600" fill="norm" stroke="1" extrusionOk="0">
                  <a:moveTo>
                    <a:pt x="12925" y="0"/>
                  </a:moveTo>
                  <a:cubicBezTo>
                    <a:pt x="12222" y="0"/>
                    <a:pt x="11555" y="28"/>
                    <a:pt x="11148" y="84"/>
                  </a:cubicBezTo>
                  <a:cubicBezTo>
                    <a:pt x="2837" y="1407"/>
                    <a:pt x="-1216" y="4866"/>
                    <a:pt x="320" y="7895"/>
                  </a:cubicBezTo>
                  <a:cubicBezTo>
                    <a:pt x="2449" y="12579"/>
                    <a:pt x="11722" y="17117"/>
                    <a:pt x="19255" y="21362"/>
                  </a:cubicBezTo>
                  <a:cubicBezTo>
                    <a:pt x="19496" y="21507"/>
                    <a:pt x="19921" y="21600"/>
                    <a:pt x="20162" y="21600"/>
                  </a:cubicBezTo>
                  <a:cubicBezTo>
                    <a:pt x="20328" y="21600"/>
                    <a:pt x="20384" y="21558"/>
                    <a:pt x="20236" y="21460"/>
                  </a:cubicBezTo>
                  <a:cubicBezTo>
                    <a:pt x="14813" y="18094"/>
                    <a:pt x="10186" y="14383"/>
                    <a:pt x="6114" y="10872"/>
                  </a:cubicBezTo>
                  <a:cubicBezTo>
                    <a:pt x="2060" y="7208"/>
                    <a:pt x="2060" y="2524"/>
                    <a:pt x="16756" y="430"/>
                  </a:cubicBezTo>
                  <a:cubicBezTo>
                    <a:pt x="18070" y="243"/>
                    <a:pt x="15164" y="0"/>
                    <a:pt x="12925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12" name="Google Shape;228;p29"/>
            <p:cNvSpPr/>
            <p:nvPr/>
          </p:nvSpPr>
          <p:spPr>
            <a:xfrm>
              <a:off x="480455" y="1652388"/>
              <a:ext cx="716396" cy="17539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9" h="21600" fill="norm" stroke="1" extrusionOk="0">
                  <a:moveTo>
                    <a:pt x="3480" y="0"/>
                  </a:moveTo>
                  <a:cubicBezTo>
                    <a:pt x="1897" y="0"/>
                    <a:pt x="625" y="51"/>
                    <a:pt x="474" y="219"/>
                  </a:cubicBezTo>
                  <a:cubicBezTo>
                    <a:pt x="-441" y="1265"/>
                    <a:pt x="224" y="3697"/>
                    <a:pt x="378" y="4239"/>
                  </a:cubicBezTo>
                  <a:cubicBezTo>
                    <a:pt x="1106" y="6937"/>
                    <a:pt x="1263" y="9067"/>
                    <a:pt x="1420" y="10706"/>
                  </a:cubicBezTo>
                  <a:cubicBezTo>
                    <a:pt x="1673" y="13125"/>
                    <a:pt x="1800" y="17424"/>
                    <a:pt x="2903" y="21297"/>
                  </a:cubicBezTo>
                  <a:cubicBezTo>
                    <a:pt x="2954" y="21473"/>
                    <a:pt x="5138" y="21513"/>
                    <a:pt x="6594" y="21513"/>
                  </a:cubicBezTo>
                  <a:cubicBezTo>
                    <a:pt x="6881" y="21513"/>
                    <a:pt x="7141" y="21511"/>
                    <a:pt x="7349" y="21509"/>
                  </a:cubicBezTo>
                  <a:cubicBezTo>
                    <a:pt x="10219" y="14012"/>
                    <a:pt x="10469" y="10930"/>
                    <a:pt x="11415" y="4385"/>
                  </a:cubicBezTo>
                  <a:cubicBezTo>
                    <a:pt x="12236" y="9476"/>
                    <a:pt x="12173" y="14699"/>
                    <a:pt x="13876" y="21416"/>
                  </a:cubicBezTo>
                  <a:cubicBezTo>
                    <a:pt x="13910" y="21548"/>
                    <a:pt x="14263" y="21600"/>
                    <a:pt x="14764" y="21600"/>
                  </a:cubicBezTo>
                  <a:cubicBezTo>
                    <a:pt x="16142" y="21600"/>
                    <a:pt x="18622" y="21209"/>
                    <a:pt x="18667" y="20967"/>
                  </a:cubicBezTo>
                  <a:cubicBezTo>
                    <a:pt x="19108" y="18297"/>
                    <a:pt x="20090" y="15096"/>
                    <a:pt x="20244" y="14012"/>
                  </a:cubicBezTo>
                  <a:cubicBezTo>
                    <a:pt x="20812" y="10348"/>
                    <a:pt x="21159" y="4636"/>
                    <a:pt x="21002" y="101"/>
                  </a:cubicBezTo>
                  <a:cubicBezTo>
                    <a:pt x="17501" y="101"/>
                    <a:pt x="13466" y="114"/>
                    <a:pt x="9965" y="114"/>
                  </a:cubicBezTo>
                  <a:cubicBezTo>
                    <a:pt x="8926" y="114"/>
                    <a:pt x="5854" y="0"/>
                    <a:pt x="3480" y="0"/>
                  </a:cubicBezTo>
                  <a:close/>
                </a:path>
              </a:pathLst>
            </a:custGeom>
            <a:solidFill>
              <a:srgbClr val="BE1F8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13" name="Google Shape;229;p29"/>
            <p:cNvSpPr/>
            <p:nvPr/>
          </p:nvSpPr>
          <p:spPr>
            <a:xfrm>
              <a:off x="539585" y="3153380"/>
              <a:ext cx="395404" cy="5394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1" h="21600" fill="norm" stroke="1" extrusionOk="0">
                  <a:moveTo>
                    <a:pt x="2591" y="0"/>
                  </a:moveTo>
                  <a:cubicBezTo>
                    <a:pt x="1659" y="0"/>
                    <a:pt x="782" y="8"/>
                    <a:pt x="0" y="29"/>
                  </a:cubicBezTo>
                  <a:cubicBezTo>
                    <a:pt x="172" y="4415"/>
                    <a:pt x="1043" y="10390"/>
                    <a:pt x="982" y="14476"/>
                  </a:cubicBezTo>
                  <a:cubicBezTo>
                    <a:pt x="982" y="14731"/>
                    <a:pt x="289" y="17873"/>
                    <a:pt x="399" y="18128"/>
                  </a:cubicBezTo>
                  <a:cubicBezTo>
                    <a:pt x="799" y="18655"/>
                    <a:pt x="10825" y="21600"/>
                    <a:pt x="16928" y="21600"/>
                  </a:cubicBezTo>
                  <a:cubicBezTo>
                    <a:pt x="18831" y="21600"/>
                    <a:pt x="20352" y="21316"/>
                    <a:pt x="21084" y="20579"/>
                  </a:cubicBezTo>
                  <a:cubicBezTo>
                    <a:pt x="21600" y="20064"/>
                    <a:pt x="21545" y="17614"/>
                    <a:pt x="18532" y="16498"/>
                  </a:cubicBezTo>
                  <a:cubicBezTo>
                    <a:pt x="16679" y="15810"/>
                    <a:pt x="14825" y="15204"/>
                    <a:pt x="12972" y="14558"/>
                  </a:cubicBezTo>
                  <a:cubicBezTo>
                    <a:pt x="12567" y="14430"/>
                    <a:pt x="12101" y="14261"/>
                    <a:pt x="11868" y="14002"/>
                  </a:cubicBezTo>
                  <a:cubicBezTo>
                    <a:pt x="11702" y="13742"/>
                    <a:pt x="11702" y="13442"/>
                    <a:pt x="11702" y="13141"/>
                  </a:cubicBezTo>
                  <a:cubicBezTo>
                    <a:pt x="11702" y="10518"/>
                    <a:pt x="12856" y="2866"/>
                    <a:pt x="12856" y="243"/>
                  </a:cubicBezTo>
                  <a:cubicBezTo>
                    <a:pt x="9998" y="111"/>
                    <a:pt x="5942" y="0"/>
                    <a:pt x="2591" y="0"/>
                  </a:cubicBez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14" name="Google Shape;230;p29"/>
            <p:cNvSpPr/>
            <p:nvPr/>
          </p:nvSpPr>
          <p:spPr>
            <a:xfrm>
              <a:off x="920644" y="3145667"/>
              <a:ext cx="411274" cy="4735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44" h="21600" fill="norm" stroke="1" extrusionOk="0">
                  <a:moveTo>
                    <a:pt x="2378" y="0"/>
                  </a:moveTo>
                  <a:cubicBezTo>
                    <a:pt x="1550" y="0"/>
                    <a:pt x="749" y="9"/>
                    <a:pt x="0" y="42"/>
                  </a:cubicBezTo>
                  <a:cubicBezTo>
                    <a:pt x="220" y="3861"/>
                    <a:pt x="1095" y="14051"/>
                    <a:pt x="1095" y="15177"/>
                  </a:cubicBezTo>
                  <a:cubicBezTo>
                    <a:pt x="1095" y="15567"/>
                    <a:pt x="498" y="19681"/>
                    <a:pt x="660" y="20024"/>
                  </a:cubicBezTo>
                  <a:cubicBezTo>
                    <a:pt x="1042" y="20662"/>
                    <a:pt x="2137" y="20953"/>
                    <a:pt x="2954" y="21051"/>
                  </a:cubicBezTo>
                  <a:cubicBezTo>
                    <a:pt x="6081" y="21389"/>
                    <a:pt x="10114" y="21600"/>
                    <a:pt x="13560" y="21600"/>
                  </a:cubicBezTo>
                  <a:cubicBezTo>
                    <a:pt x="17106" y="21600"/>
                    <a:pt x="20034" y="21379"/>
                    <a:pt x="20725" y="20859"/>
                  </a:cubicBezTo>
                  <a:cubicBezTo>
                    <a:pt x="21600" y="19146"/>
                    <a:pt x="19688" y="16988"/>
                    <a:pt x="17881" y="16252"/>
                  </a:cubicBezTo>
                  <a:cubicBezTo>
                    <a:pt x="16027" y="15468"/>
                    <a:pt x="10994" y="15177"/>
                    <a:pt x="10664" y="14736"/>
                  </a:cubicBezTo>
                  <a:cubicBezTo>
                    <a:pt x="10501" y="14488"/>
                    <a:pt x="11811" y="42"/>
                    <a:pt x="11596" y="42"/>
                  </a:cubicBezTo>
                  <a:cubicBezTo>
                    <a:pt x="10873" y="75"/>
                    <a:pt x="10103" y="84"/>
                    <a:pt x="9297" y="84"/>
                  </a:cubicBezTo>
                  <a:cubicBezTo>
                    <a:pt x="7076" y="84"/>
                    <a:pt x="4620" y="0"/>
                    <a:pt x="2378" y="0"/>
                  </a:cubicBez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15" name="Google Shape;231;p29"/>
            <p:cNvSpPr/>
            <p:nvPr/>
          </p:nvSpPr>
          <p:spPr>
            <a:xfrm>
              <a:off x="385972" y="486480"/>
              <a:ext cx="809591" cy="12067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57" h="21600" fill="norm" stroke="1" extrusionOk="0">
                  <a:moveTo>
                    <a:pt x="8098" y="0"/>
                  </a:moveTo>
                  <a:cubicBezTo>
                    <a:pt x="7814" y="0"/>
                    <a:pt x="7527" y="2"/>
                    <a:pt x="7235" y="9"/>
                  </a:cubicBezTo>
                  <a:cubicBezTo>
                    <a:pt x="5184" y="68"/>
                    <a:pt x="3402" y="239"/>
                    <a:pt x="1054" y="722"/>
                  </a:cubicBezTo>
                  <a:cubicBezTo>
                    <a:pt x="161" y="893"/>
                    <a:pt x="539" y="2259"/>
                    <a:pt x="353" y="2912"/>
                  </a:cubicBezTo>
                  <a:cubicBezTo>
                    <a:pt x="-1243" y="8640"/>
                    <a:pt x="3104" y="15385"/>
                    <a:pt x="2781" y="21188"/>
                  </a:cubicBezTo>
                  <a:cubicBezTo>
                    <a:pt x="2766" y="21410"/>
                    <a:pt x="6316" y="21600"/>
                    <a:pt x="10372" y="21600"/>
                  </a:cubicBezTo>
                  <a:cubicBezTo>
                    <a:pt x="14041" y="21600"/>
                    <a:pt x="18125" y="21445"/>
                    <a:pt x="20357" y="21016"/>
                  </a:cubicBezTo>
                  <a:cubicBezTo>
                    <a:pt x="20114" y="14943"/>
                    <a:pt x="20008" y="12445"/>
                    <a:pt x="20194" y="7467"/>
                  </a:cubicBezTo>
                  <a:cubicBezTo>
                    <a:pt x="20277" y="5602"/>
                    <a:pt x="18629" y="624"/>
                    <a:pt x="18332" y="492"/>
                  </a:cubicBezTo>
                  <a:cubicBezTo>
                    <a:pt x="18073" y="361"/>
                    <a:pt x="16356" y="105"/>
                    <a:pt x="15942" y="105"/>
                  </a:cubicBezTo>
                  <a:cubicBezTo>
                    <a:pt x="15927" y="105"/>
                    <a:pt x="15914" y="105"/>
                    <a:pt x="15904" y="107"/>
                  </a:cubicBezTo>
                  <a:cubicBezTo>
                    <a:pt x="15327" y="158"/>
                    <a:pt x="14735" y="179"/>
                    <a:pt x="14124" y="179"/>
                  </a:cubicBezTo>
                  <a:cubicBezTo>
                    <a:pt x="12285" y="179"/>
                    <a:pt x="10286" y="0"/>
                    <a:pt x="8098" y="0"/>
                  </a:cubicBezTo>
                  <a:close/>
                </a:path>
              </a:pathLst>
            </a:custGeom>
            <a:solidFill>
              <a:srgbClr val="A3137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16" name="Google Shape;232;p29"/>
            <p:cNvSpPr/>
            <p:nvPr/>
          </p:nvSpPr>
          <p:spPr>
            <a:xfrm>
              <a:off x="848752" y="611546"/>
              <a:ext cx="50073" cy="13973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7976" h="21600" fill="norm" stroke="1" extrusionOk="0">
                  <a:moveTo>
                    <a:pt x="2548" y="0"/>
                  </a:moveTo>
                  <a:cubicBezTo>
                    <a:pt x="1255" y="0"/>
                    <a:pt x="0" y="33"/>
                    <a:pt x="0" y="100"/>
                  </a:cubicBezTo>
                  <a:cubicBezTo>
                    <a:pt x="10818" y="7237"/>
                    <a:pt x="13108" y="13827"/>
                    <a:pt x="4652" y="20980"/>
                  </a:cubicBezTo>
                  <a:cubicBezTo>
                    <a:pt x="4246" y="21079"/>
                    <a:pt x="5760" y="21511"/>
                    <a:pt x="7311" y="21594"/>
                  </a:cubicBezTo>
                  <a:cubicBezTo>
                    <a:pt x="7385" y="21597"/>
                    <a:pt x="7495" y="21600"/>
                    <a:pt x="7569" y="21600"/>
                  </a:cubicBezTo>
                  <a:cubicBezTo>
                    <a:pt x="9083" y="21600"/>
                    <a:pt x="11188" y="21056"/>
                    <a:pt x="11594" y="20947"/>
                  </a:cubicBezTo>
                  <a:cubicBezTo>
                    <a:pt x="20418" y="13843"/>
                    <a:pt x="21600" y="7204"/>
                    <a:pt x="5391" y="100"/>
                  </a:cubicBezTo>
                  <a:cubicBezTo>
                    <a:pt x="5206" y="33"/>
                    <a:pt x="3877" y="0"/>
                    <a:pt x="2548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17" name="Google Shape;233;p29"/>
            <p:cNvSpPr/>
            <p:nvPr/>
          </p:nvSpPr>
          <p:spPr>
            <a:xfrm>
              <a:off x="491035" y="1650845"/>
              <a:ext cx="709761" cy="573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2" h="21600" fill="norm" stroke="1" extrusionOk="0">
                  <a:moveTo>
                    <a:pt x="21369" y="0"/>
                  </a:moveTo>
                  <a:cubicBezTo>
                    <a:pt x="21363" y="0"/>
                    <a:pt x="21357" y="0"/>
                    <a:pt x="21354" y="39"/>
                  </a:cubicBezTo>
                  <a:cubicBezTo>
                    <a:pt x="17974" y="6929"/>
                    <a:pt x="13632" y="12310"/>
                    <a:pt x="9209" y="12310"/>
                  </a:cubicBezTo>
                  <a:cubicBezTo>
                    <a:pt x="6135" y="12310"/>
                    <a:pt x="3024" y="9716"/>
                    <a:pt x="168" y="3252"/>
                  </a:cubicBezTo>
                  <a:cubicBezTo>
                    <a:pt x="69" y="3252"/>
                    <a:pt x="37" y="4877"/>
                    <a:pt x="6" y="6503"/>
                  </a:cubicBezTo>
                  <a:cubicBezTo>
                    <a:pt x="-25" y="9329"/>
                    <a:pt x="69" y="10142"/>
                    <a:pt x="69" y="10142"/>
                  </a:cubicBezTo>
                  <a:cubicBezTo>
                    <a:pt x="4059" y="18465"/>
                    <a:pt x="7151" y="21600"/>
                    <a:pt x="9860" y="21600"/>
                  </a:cubicBezTo>
                  <a:cubicBezTo>
                    <a:pt x="13981" y="21600"/>
                    <a:pt x="17211" y="14361"/>
                    <a:pt x="21354" y="7277"/>
                  </a:cubicBezTo>
                  <a:cubicBezTo>
                    <a:pt x="21575" y="6929"/>
                    <a:pt x="21550" y="0"/>
                    <a:pt x="21369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18" name="Google Shape;234;p29"/>
            <p:cNvSpPr/>
            <p:nvPr/>
          </p:nvSpPr>
          <p:spPr>
            <a:xfrm>
              <a:off x="1105061" y="507050"/>
              <a:ext cx="85791" cy="4588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69" h="21600" fill="norm" stroke="1" extrusionOk="0">
                  <a:moveTo>
                    <a:pt x="376" y="0"/>
                  </a:moveTo>
                  <a:cubicBezTo>
                    <a:pt x="45" y="0"/>
                    <a:pt x="-96" y="34"/>
                    <a:pt x="69" y="121"/>
                  </a:cubicBezTo>
                  <a:cubicBezTo>
                    <a:pt x="13628" y="6895"/>
                    <a:pt x="17071" y="14172"/>
                    <a:pt x="19028" y="21397"/>
                  </a:cubicBezTo>
                  <a:cubicBezTo>
                    <a:pt x="19028" y="21542"/>
                    <a:pt x="19052" y="21600"/>
                    <a:pt x="19075" y="21600"/>
                  </a:cubicBezTo>
                  <a:cubicBezTo>
                    <a:pt x="19146" y="21600"/>
                    <a:pt x="19264" y="21106"/>
                    <a:pt x="19264" y="20690"/>
                  </a:cubicBezTo>
                  <a:cubicBezTo>
                    <a:pt x="21504" y="13616"/>
                    <a:pt x="14100" y="4566"/>
                    <a:pt x="5964" y="775"/>
                  </a:cubicBezTo>
                  <a:cubicBezTo>
                    <a:pt x="5398" y="499"/>
                    <a:pt x="1602" y="0"/>
                    <a:pt x="376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19" name="Google Shape;235;p29"/>
            <p:cNvSpPr/>
            <p:nvPr/>
          </p:nvSpPr>
          <p:spPr>
            <a:xfrm>
              <a:off x="523020" y="1333758"/>
              <a:ext cx="196651" cy="373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06" h="21600" fill="norm" stroke="1" extrusionOk="0">
                  <a:moveTo>
                    <a:pt x="11262" y="0"/>
                  </a:moveTo>
                  <a:cubicBezTo>
                    <a:pt x="7894" y="0"/>
                    <a:pt x="4473" y="1726"/>
                    <a:pt x="1384" y="2737"/>
                  </a:cubicBezTo>
                  <a:cubicBezTo>
                    <a:pt x="-364" y="3927"/>
                    <a:pt x="-514" y="18268"/>
                    <a:pt x="1266" y="18268"/>
                  </a:cubicBezTo>
                  <a:cubicBezTo>
                    <a:pt x="1309" y="18268"/>
                    <a:pt x="1341" y="18268"/>
                    <a:pt x="1384" y="18268"/>
                  </a:cubicBezTo>
                  <a:cubicBezTo>
                    <a:pt x="1652" y="18208"/>
                    <a:pt x="1921" y="18208"/>
                    <a:pt x="2199" y="18208"/>
                  </a:cubicBezTo>
                  <a:cubicBezTo>
                    <a:pt x="6586" y="18208"/>
                    <a:pt x="11155" y="21600"/>
                    <a:pt x="15606" y="21600"/>
                  </a:cubicBezTo>
                  <a:cubicBezTo>
                    <a:pt x="16807" y="21600"/>
                    <a:pt x="18008" y="21362"/>
                    <a:pt x="19188" y="20707"/>
                  </a:cubicBezTo>
                  <a:cubicBezTo>
                    <a:pt x="20646" y="19517"/>
                    <a:pt x="21086" y="8331"/>
                    <a:pt x="19520" y="5236"/>
                  </a:cubicBezTo>
                  <a:cubicBezTo>
                    <a:pt x="16957" y="1250"/>
                    <a:pt x="14126" y="0"/>
                    <a:pt x="11262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20" name="Google Shape;236;p29"/>
            <p:cNvSpPr/>
            <p:nvPr/>
          </p:nvSpPr>
          <p:spPr>
            <a:xfrm>
              <a:off x="529245" y="1415318"/>
              <a:ext cx="149957" cy="374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30" h="21600" fill="norm" stroke="1" extrusionOk="0">
                  <a:moveTo>
                    <a:pt x="10413" y="0"/>
                  </a:moveTo>
                  <a:cubicBezTo>
                    <a:pt x="7316" y="0"/>
                    <a:pt x="4190" y="1602"/>
                    <a:pt x="1711" y="2730"/>
                  </a:cubicBezTo>
                  <a:cubicBezTo>
                    <a:pt x="-499" y="3976"/>
                    <a:pt x="-640" y="18870"/>
                    <a:pt x="1711" y="18870"/>
                  </a:cubicBezTo>
                  <a:cubicBezTo>
                    <a:pt x="4936" y="18870"/>
                    <a:pt x="8020" y="18870"/>
                    <a:pt x="11117" y="19464"/>
                  </a:cubicBezTo>
                  <a:cubicBezTo>
                    <a:pt x="12920" y="20235"/>
                    <a:pt x="14722" y="21600"/>
                    <a:pt x="16539" y="21600"/>
                  </a:cubicBezTo>
                  <a:cubicBezTo>
                    <a:pt x="17524" y="21600"/>
                    <a:pt x="18510" y="21185"/>
                    <a:pt x="19482" y="20116"/>
                  </a:cubicBezTo>
                  <a:cubicBezTo>
                    <a:pt x="20664" y="18218"/>
                    <a:pt x="20960" y="11453"/>
                    <a:pt x="19777" y="8960"/>
                  </a:cubicBezTo>
                  <a:cubicBezTo>
                    <a:pt x="17369" y="2018"/>
                    <a:pt x="13920" y="0"/>
                    <a:pt x="10413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21" name="Google Shape;237;p29"/>
            <p:cNvSpPr/>
            <p:nvPr/>
          </p:nvSpPr>
          <p:spPr>
            <a:xfrm>
              <a:off x="540067" y="1488342"/>
              <a:ext cx="89863" cy="40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476" h="21600" fill="norm" stroke="1" extrusionOk="0">
                  <a:moveTo>
                    <a:pt x="3262" y="0"/>
                  </a:moveTo>
                  <a:cubicBezTo>
                    <a:pt x="-305" y="0"/>
                    <a:pt x="-1464" y="13405"/>
                    <a:pt x="2437" y="15522"/>
                  </a:cubicBezTo>
                  <a:cubicBezTo>
                    <a:pt x="5000" y="16661"/>
                    <a:pt x="7564" y="18398"/>
                    <a:pt x="10127" y="19538"/>
                  </a:cubicBezTo>
                  <a:cubicBezTo>
                    <a:pt x="11888" y="20297"/>
                    <a:pt x="13649" y="21600"/>
                    <a:pt x="15343" y="21600"/>
                  </a:cubicBezTo>
                  <a:cubicBezTo>
                    <a:pt x="16101" y="21600"/>
                    <a:pt x="16859" y="21329"/>
                    <a:pt x="17573" y="20623"/>
                  </a:cubicBezTo>
                  <a:cubicBezTo>
                    <a:pt x="19445" y="18941"/>
                    <a:pt x="20136" y="13839"/>
                    <a:pt x="18732" y="9877"/>
                  </a:cubicBezTo>
                  <a:cubicBezTo>
                    <a:pt x="16859" y="5319"/>
                    <a:pt x="14541" y="4776"/>
                    <a:pt x="12000" y="3636"/>
                  </a:cubicBezTo>
                  <a:cubicBezTo>
                    <a:pt x="9414" y="2496"/>
                    <a:pt x="6628" y="1357"/>
                    <a:pt x="4086" y="271"/>
                  </a:cubicBezTo>
                  <a:cubicBezTo>
                    <a:pt x="3797" y="109"/>
                    <a:pt x="3507" y="0"/>
                    <a:pt x="3262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22" name="Google Shape;238;p29"/>
            <p:cNvSpPr/>
            <p:nvPr/>
          </p:nvSpPr>
          <p:spPr>
            <a:xfrm>
              <a:off x="559130" y="1545526"/>
              <a:ext cx="77024" cy="341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513" h="21600" fill="norm" stroke="1" extrusionOk="0">
                  <a:moveTo>
                    <a:pt x="3282" y="0"/>
                  </a:moveTo>
                  <a:cubicBezTo>
                    <a:pt x="-653" y="0"/>
                    <a:pt x="-1278" y="17176"/>
                    <a:pt x="2656" y="18477"/>
                  </a:cubicBezTo>
                  <a:cubicBezTo>
                    <a:pt x="6070" y="19843"/>
                    <a:pt x="9509" y="21600"/>
                    <a:pt x="12922" y="21600"/>
                  </a:cubicBezTo>
                  <a:cubicBezTo>
                    <a:pt x="14407" y="21600"/>
                    <a:pt x="15867" y="21275"/>
                    <a:pt x="17352" y="20494"/>
                  </a:cubicBezTo>
                  <a:cubicBezTo>
                    <a:pt x="19775" y="19128"/>
                    <a:pt x="20322" y="9629"/>
                    <a:pt x="18159" y="6896"/>
                  </a:cubicBezTo>
                  <a:cubicBezTo>
                    <a:pt x="13808" y="1431"/>
                    <a:pt x="8649" y="1431"/>
                    <a:pt x="3751" y="65"/>
                  </a:cubicBezTo>
                  <a:cubicBezTo>
                    <a:pt x="3594" y="65"/>
                    <a:pt x="3438" y="0"/>
                    <a:pt x="3282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23" name="Google Shape;239;p29"/>
            <p:cNvSpPr/>
            <p:nvPr/>
          </p:nvSpPr>
          <p:spPr>
            <a:xfrm>
              <a:off x="516161" y="1253741"/>
              <a:ext cx="87295" cy="309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949" h="21600" fill="norm" stroke="1" extrusionOk="0">
                  <a:moveTo>
                    <a:pt x="11088" y="0"/>
                  </a:moveTo>
                  <a:cubicBezTo>
                    <a:pt x="8432" y="0"/>
                    <a:pt x="5706" y="1076"/>
                    <a:pt x="3120" y="1435"/>
                  </a:cubicBezTo>
                  <a:cubicBezTo>
                    <a:pt x="-1040" y="2225"/>
                    <a:pt x="-1040" y="20165"/>
                    <a:pt x="3120" y="20165"/>
                  </a:cubicBezTo>
                  <a:cubicBezTo>
                    <a:pt x="5706" y="20524"/>
                    <a:pt x="8432" y="21600"/>
                    <a:pt x="11088" y="21600"/>
                  </a:cubicBezTo>
                  <a:cubicBezTo>
                    <a:pt x="13509" y="21600"/>
                    <a:pt x="15883" y="20739"/>
                    <a:pt x="18116" y="17868"/>
                  </a:cubicBezTo>
                  <a:cubicBezTo>
                    <a:pt x="20560" y="14926"/>
                    <a:pt x="20560" y="6674"/>
                    <a:pt x="18116" y="3732"/>
                  </a:cubicBezTo>
                  <a:cubicBezTo>
                    <a:pt x="15883" y="861"/>
                    <a:pt x="13509" y="0"/>
                    <a:pt x="11088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24" name="Google Shape;240;p29"/>
            <p:cNvSpPr/>
            <p:nvPr/>
          </p:nvSpPr>
          <p:spPr>
            <a:xfrm>
              <a:off x="514563" y="533482"/>
              <a:ext cx="231587" cy="1393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46" h="21600" fill="norm" stroke="1" extrusionOk="0">
                  <a:moveTo>
                    <a:pt x="843" y="0"/>
                  </a:moveTo>
                  <a:cubicBezTo>
                    <a:pt x="245" y="0"/>
                    <a:pt x="-325" y="1323"/>
                    <a:pt x="217" y="2120"/>
                  </a:cubicBezTo>
                  <a:cubicBezTo>
                    <a:pt x="5591" y="10282"/>
                    <a:pt x="13003" y="20261"/>
                    <a:pt x="20228" y="21600"/>
                  </a:cubicBezTo>
                  <a:cubicBezTo>
                    <a:pt x="20256" y="21600"/>
                    <a:pt x="20294" y="21600"/>
                    <a:pt x="20322" y="21600"/>
                  </a:cubicBezTo>
                  <a:cubicBezTo>
                    <a:pt x="21116" y="21600"/>
                    <a:pt x="21275" y="19735"/>
                    <a:pt x="20705" y="19097"/>
                  </a:cubicBezTo>
                  <a:cubicBezTo>
                    <a:pt x="17686" y="15941"/>
                    <a:pt x="14172" y="14427"/>
                    <a:pt x="11050" y="11605"/>
                  </a:cubicBezTo>
                  <a:cubicBezTo>
                    <a:pt x="7535" y="8433"/>
                    <a:pt x="4320" y="4623"/>
                    <a:pt x="1292" y="287"/>
                  </a:cubicBezTo>
                  <a:cubicBezTo>
                    <a:pt x="1152" y="96"/>
                    <a:pt x="1002" y="0"/>
                    <a:pt x="843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25" name="Google Shape;241;p29"/>
            <p:cNvSpPr/>
            <p:nvPr/>
          </p:nvSpPr>
          <p:spPr>
            <a:xfrm>
              <a:off x="539192" y="618437"/>
              <a:ext cx="137249" cy="801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45" h="21600" fill="norm" stroke="1" extrusionOk="0">
                  <a:moveTo>
                    <a:pt x="1476" y="0"/>
                  </a:moveTo>
                  <a:cubicBezTo>
                    <a:pt x="136" y="0"/>
                    <a:pt x="-649" y="3743"/>
                    <a:pt x="706" y="5684"/>
                  </a:cubicBezTo>
                  <a:cubicBezTo>
                    <a:pt x="6002" y="12616"/>
                    <a:pt x="12591" y="20435"/>
                    <a:pt x="19334" y="21600"/>
                  </a:cubicBezTo>
                  <a:cubicBezTo>
                    <a:pt x="20628" y="21600"/>
                    <a:pt x="20951" y="18411"/>
                    <a:pt x="19981" y="17247"/>
                  </a:cubicBezTo>
                  <a:cubicBezTo>
                    <a:pt x="17087" y="14086"/>
                    <a:pt x="13884" y="12339"/>
                    <a:pt x="10821" y="9732"/>
                  </a:cubicBezTo>
                  <a:cubicBezTo>
                    <a:pt x="7772" y="7126"/>
                    <a:pt x="5032" y="3937"/>
                    <a:pt x="2307" y="471"/>
                  </a:cubicBezTo>
                  <a:cubicBezTo>
                    <a:pt x="2014" y="139"/>
                    <a:pt x="1737" y="0"/>
                    <a:pt x="1476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26" name="Google Shape;242;p29"/>
            <p:cNvSpPr/>
            <p:nvPr/>
          </p:nvSpPr>
          <p:spPr>
            <a:xfrm>
              <a:off x="567587" y="706682"/>
              <a:ext cx="85354" cy="415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548" h="21600" fill="norm" stroke="1" extrusionOk="0">
                  <a:moveTo>
                    <a:pt x="2820" y="0"/>
                  </a:moveTo>
                  <a:cubicBezTo>
                    <a:pt x="-218" y="0"/>
                    <a:pt x="-1231" y="11067"/>
                    <a:pt x="1949" y="13634"/>
                  </a:cubicBezTo>
                  <a:cubicBezTo>
                    <a:pt x="6212" y="16200"/>
                    <a:pt x="11347" y="21600"/>
                    <a:pt x="16153" y="21600"/>
                  </a:cubicBezTo>
                  <a:cubicBezTo>
                    <a:pt x="16577" y="21600"/>
                    <a:pt x="17001" y="21547"/>
                    <a:pt x="17425" y="21440"/>
                  </a:cubicBezTo>
                  <a:cubicBezTo>
                    <a:pt x="19639" y="21440"/>
                    <a:pt x="20369" y="15291"/>
                    <a:pt x="18414" y="11923"/>
                  </a:cubicBezTo>
                  <a:cubicBezTo>
                    <a:pt x="14480" y="5240"/>
                    <a:pt x="8332" y="3582"/>
                    <a:pt x="3645" y="267"/>
                  </a:cubicBezTo>
                  <a:cubicBezTo>
                    <a:pt x="3362" y="53"/>
                    <a:pt x="3080" y="0"/>
                    <a:pt x="2820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27" name="Google Shape;243;p29"/>
            <p:cNvSpPr/>
            <p:nvPr/>
          </p:nvSpPr>
          <p:spPr>
            <a:xfrm>
              <a:off x="928825" y="632733"/>
              <a:ext cx="83257" cy="371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937" h="21600" fill="norm" stroke="1" extrusionOk="0">
                  <a:moveTo>
                    <a:pt x="14764" y="0"/>
                  </a:moveTo>
                  <a:cubicBezTo>
                    <a:pt x="10479" y="0"/>
                    <a:pt x="5971" y="4727"/>
                    <a:pt x="2154" y="7060"/>
                  </a:cubicBezTo>
                  <a:cubicBezTo>
                    <a:pt x="-1442" y="9394"/>
                    <a:pt x="-112" y="21600"/>
                    <a:pt x="3041" y="21600"/>
                  </a:cubicBezTo>
                  <a:cubicBezTo>
                    <a:pt x="3262" y="21600"/>
                    <a:pt x="3484" y="21540"/>
                    <a:pt x="3706" y="21420"/>
                  </a:cubicBezTo>
                  <a:cubicBezTo>
                    <a:pt x="8607" y="19566"/>
                    <a:pt x="15799" y="19566"/>
                    <a:pt x="19394" y="9573"/>
                  </a:cubicBezTo>
                  <a:cubicBezTo>
                    <a:pt x="20158" y="7659"/>
                    <a:pt x="20158" y="3351"/>
                    <a:pt x="19124" y="2094"/>
                  </a:cubicBezTo>
                  <a:cubicBezTo>
                    <a:pt x="17744" y="598"/>
                    <a:pt x="16267" y="0"/>
                    <a:pt x="14764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28" name="Google Shape;244;p29"/>
            <p:cNvSpPr/>
            <p:nvPr/>
          </p:nvSpPr>
          <p:spPr>
            <a:xfrm>
              <a:off x="924192" y="725298"/>
              <a:ext cx="59063" cy="257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36" h="21600" fill="norm" stroke="1" extrusionOk="0">
                  <a:moveTo>
                    <a:pt x="13097" y="0"/>
                  </a:moveTo>
                  <a:cubicBezTo>
                    <a:pt x="12220" y="0"/>
                    <a:pt x="11344" y="86"/>
                    <a:pt x="10502" y="86"/>
                  </a:cubicBezTo>
                  <a:cubicBezTo>
                    <a:pt x="7977" y="1037"/>
                    <a:pt x="5032" y="1037"/>
                    <a:pt x="2472" y="1901"/>
                  </a:cubicBezTo>
                  <a:cubicBezTo>
                    <a:pt x="-824" y="3629"/>
                    <a:pt x="-824" y="17194"/>
                    <a:pt x="2472" y="19008"/>
                  </a:cubicBezTo>
                  <a:cubicBezTo>
                    <a:pt x="5032" y="20822"/>
                    <a:pt x="7977" y="20822"/>
                    <a:pt x="10502" y="20822"/>
                  </a:cubicBezTo>
                  <a:cubicBezTo>
                    <a:pt x="11659" y="21254"/>
                    <a:pt x="12886" y="21600"/>
                    <a:pt x="14114" y="21600"/>
                  </a:cubicBezTo>
                  <a:cubicBezTo>
                    <a:pt x="15586" y="21600"/>
                    <a:pt x="17024" y="20995"/>
                    <a:pt x="18216" y="19008"/>
                  </a:cubicBezTo>
                  <a:cubicBezTo>
                    <a:pt x="20776" y="14515"/>
                    <a:pt x="20776" y="6394"/>
                    <a:pt x="18216" y="2765"/>
                  </a:cubicBezTo>
                  <a:cubicBezTo>
                    <a:pt x="16744" y="346"/>
                    <a:pt x="14920" y="0"/>
                    <a:pt x="13097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29" name="Google Shape;245;p29"/>
            <p:cNvSpPr/>
            <p:nvPr/>
          </p:nvSpPr>
          <p:spPr>
            <a:xfrm>
              <a:off x="928229" y="806961"/>
              <a:ext cx="60606" cy="268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012" h="21600" fill="norm" stroke="1" extrusionOk="0">
                  <a:moveTo>
                    <a:pt x="4254" y="0"/>
                  </a:moveTo>
                  <a:cubicBezTo>
                    <a:pt x="-1418" y="0"/>
                    <a:pt x="-1418" y="21600"/>
                    <a:pt x="4254" y="21600"/>
                  </a:cubicBezTo>
                  <a:lnTo>
                    <a:pt x="12405" y="21600"/>
                  </a:lnTo>
                  <a:cubicBezTo>
                    <a:pt x="15224" y="21600"/>
                    <a:pt x="17737" y="21600"/>
                    <a:pt x="19503" y="14731"/>
                  </a:cubicBezTo>
                  <a:cubicBezTo>
                    <a:pt x="20182" y="12083"/>
                    <a:pt x="20182" y="8607"/>
                    <a:pt x="19503" y="6952"/>
                  </a:cubicBezTo>
                  <a:cubicBezTo>
                    <a:pt x="17737" y="0"/>
                    <a:pt x="15224" y="0"/>
                    <a:pt x="12405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30" name="Google Shape;246;p29"/>
            <p:cNvSpPr/>
            <p:nvPr/>
          </p:nvSpPr>
          <p:spPr>
            <a:xfrm>
              <a:off x="939980" y="876590"/>
              <a:ext cx="47235" cy="261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66" h="21600" fill="norm" stroke="1" extrusionOk="0">
                  <a:moveTo>
                    <a:pt x="6390" y="0"/>
                  </a:moveTo>
                  <a:cubicBezTo>
                    <a:pt x="3015" y="0"/>
                    <a:pt x="0" y="3657"/>
                    <a:pt x="0" y="10800"/>
                  </a:cubicBezTo>
                  <a:cubicBezTo>
                    <a:pt x="0" y="18028"/>
                    <a:pt x="3060" y="21600"/>
                    <a:pt x="6435" y="21600"/>
                  </a:cubicBezTo>
                  <a:cubicBezTo>
                    <a:pt x="6795" y="21600"/>
                    <a:pt x="7155" y="21600"/>
                    <a:pt x="7515" y="21515"/>
                  </a:cubicBezTo>
                  <a:cubicBezTo>
                    <a:pt x="10845" y="20580"/>
                    <a:pt x="14580" y="19729"/>
                    <a:pt x="17865" y="17943"/>
                  </a:cubicBezTo>
                  <a:cubicBezTo>
                    <a:pt x="21600" y="16157"/>
                    <a:pt x="21600" y="6378"/>
                    <a:pt x="17865" y="3742"/>
                  </a:cubicBezTo>
                  <a:cubicBezTo>
                    <a:pt x="14580" y="1956"/>
                    <a:pt x="10845" y="1020"/>
                    <a:pt x="7515" y="170"/>
                  </a:cubicBezTo>
                  <a:cubicBezTo>
                    <a:pt x="7155" y="85"/>
                    <a:pt x="6750" y="0"/>
                    <a:pt x="6390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31" name="Google Shape;247;p29"/>
            <p:cNvSpPr/>
            <p:nvPr/>
          </p:nvSpPr>
          <p:spPr>
            <a:xfrm>
              <a:off x="942448" y="1590472"/>
              <a:ext cx="91564" cy="285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57" h="21600" fill="norm" stroke="1" extrusionOk="0">
                  <a:moveTo>
                    <a:pt x="14615" y="0"/>
                  </a:moveTo>
                  <a:cubicBezTo>
                    <a:pt x="13558" y="0"/>
                    <a:pt x="12501" y="233"/>
                    <a:pt x="11444" y="233"/>
                  </a:cubicBezTo>
                  <a:cubicBezTo>
                    <a:pt x="8342" y="1088"/>
                    <a:pt x="5469" y="1865"/>
                    <a:pt x="2344" y="2719"/>
                  </a:cubicBezTo>
                  <a:cubicBezTo>
                    <a:pt x="-781" y="3496"/>
                    <a:pt x="-781" y="18104"/>
                    <a:pt x="2344" y="18881"/>
                  </a:cubicBezTo>
                  <a:cubicBezTo>
                    <a:pt x="5469" y="19658"/>
                    <a:pt x="8342" y="20512"/>
                    <a:pt x="11444" y="21289"/>
                  </a:cubicBezTo>
                  <a:cubicBezTo>
                    <a:pt x="12501" y="21289"/>
                    <a:pt x="13558" y="21600"/>
                    <a:pt x="14615" y="21600"/>
                  </a:cubicBezTo>
                  <a:cubicBezTo>
                    <a:pt x="16200" y="21600"/>
                    <a:pt x="17786" y="20978"/>
                    <a:pt x="19371" y="18104"/>
                  </a:cubicBezTo>
                  <a:cubicBezTo>
                    <a:pt x="20819" y="14840"/>
                    <a:pt x="20819" y="6682"/>
                    <a:pt x="19371" y="3496"/>
                  </a:cubicBezTo>
                  <a:cubicBezTo>
                    <a:pt x="17786" y="544"/>
                    <a:pt x="16200" y="0"/>
                    <a:pt x="14615" y="0"/>
                  </a:cubicBezTo>
                  <a:close/>
                </a:path>
              </a:pathLst>
            </a:custGeom>
            <a:solidFill>
              <a:srgbClr val="820C0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32" name="Google Shape;248;p29"/>
            <p:cNvSpPr/>
            <p:nvPr/>
          </p:nvSpPr>
          <p:spPr>
            <a:xfrm>
              <a:off x="935480" y="1515186"/>
              <a:ext cx="73513" cy="277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998" h="21600" fill="norm" stroke="1" extrusionOk="0">
                  <a:moveTo>
                    <a:pt x="14598" y="0"/>
                  </a:moveTo>
                  <a:cubicBezTo>
                    <a:pt x="13507" y="0"/>
                    <a:pt x="12332" y="320"/>
                    <a:pt x="11157" y="320"/>
                  </a:cubicBezTo>
                  <a:cubicBezTo>
                    <a:pt x="8555" y="320"/>
                    <a:pt x="5897" y="320"/>
                    <a:pt x="3295" y="1200"/>
                  </a:cubicBezTo>
                  <a:cubicBezTo>
                    <a:pt x="-1098" y="1200"/>
                    <a:pt x="-1098" y="19600"/>
                    <a:pt x="3295" y="20400"/>
                  </a:cubicBezTo>
                  <a:cubicBezTo>
                    <a:pt x="5897" y="20400"/>
                    <a:pt x="8555" y="20400"/>
                    <a:pt x="11157" y="21280"/>
                  </a:cubicBezTo>
                  <a:cubicBezTo>
                    <a:pt x="12332" y="21280"/>
                    <a:pt x="13507" y="21600"/>
                    <a:pt x="14598" y="21600"/>
                  </a:cubicBezTo>
                  <a:cubicBezTo>
                    <a:pt x="15997" y="21600"/>
                    <a:pt x="17340" y="21040"/>
                    <a:pt x="18487" y="18720"/>
                  </a:cubicBezTo>
                  <a:cubicBezTo>
                    <a:pt x="20502" y="14560"/>
                    <a:pt x="20502" y="6240"/>
                    <a:pt x="18487" y="2880"/>
                  </a:cubicBezTo>
                  <a:cubicBezTo>
                    <a:pt x="17340" y="560"/>
                    <a:pt x="15997" y="0"/>
                    <a:pt x="14598" y="0"/>
                  </a:cubicBezTo>
                  <a:close/>
                </a:path>
              </a:pathLst>
            </a:custGeom>
            <a:solidFill>
              <a:srgbClr val="820C0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33" name="Google Shape;249;p29"/>
            <p:cNvSpPr/>
            <p:nvPr/>
          </p:nvSpPr>
          <p:spPr>
            <a:xfrm>
              <a:off x="946434" y="1426529"/>
              <a:ext cx="48906" cy="273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70" h="21600" fill="norm" stroke="1" extrusionOk="0">
                  <a:moveTo>
                    <a:pt x="5076" y="0"/>
                  </a:moveTo>
                  <a:cubicBezTo>
                    <a:pt x="-1692" y="0"/>
                    <a:pt x="-1692" y="21194"/>
                    <a:pt x="5076" y="21194"/>
                  </a:cubicBezTo>
                  <a:cubicBezTo>
                    <a:pt x="6413" y="21438"/>
                    <a:pt x="7669" y="21600"/>
                    <a:pt x="8966" y="21600"/>
                  </a:cubicBezTo>
                  <a:cubicBezTo>
                    <a:pt x="11722" y="21600"/>
                    <a:pt x="14478" y="20707"/>
                    <a:pt x="17355" y="17783"/>
                  </a:cubicBezTo>
                  <a:cubicBezTo>
                    <a:pt x="19908" y="15266"/>
                    <a:pt x="19908" y="6821"/>
                    <a:pt x="17355" y="4223"/>
                  </a:cubicBezTo>
                  <a:cubicBezTo>
                    <a:pt x="13140" y="0"/>
                    <a:pt x="9331" y="0"/>
                    <a:pt x="5076" y="0"/>
                  </a:cubicBezTo>
                  <a:close/>
                </a:path>
              </a:pathLst>
            </a:custGeom>
            <a:solidFill>
              <a:srgbClr val="820C0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34" name="Google Shape;250;p29"/>
            <p:cNvSpPr/>
            <p:nvPr/>
          </p:nvSpPr>
          <p:spPr>
            <a:xfrm>
              <a:off x="554601" y="0"/>
              <a:ext cx="463854" cy="6194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1739" y="0"/>
                  </a:moveTo>
                  <a:cubicBezTo>
                    <a:pt x="8453" y="0"/>
                    <a:pt x="5115" y="1065"/>
                    <a:pt x="3448" y="3055"/>
                  </a:cubicBezTo>
                  <a:cubicBezTo>
                    <a:pt x="48" y="7061"/>
                    <a:pt x="1801" y="11813"/>
                    <a:pt x="3046" y="16231"/>
                  </a:cubicBezTo>
                  <a:cubicBezTo>
                    <a:pt x="3400" y="17020"/>
                    <a:pt x="1446" y="17096"/>
                    <a:pt x="0" y="17393"/>
                  </a:cubicBezTo>
                  <a:cubicBezTo>
                    <a:pt x="1446" y="18892"/>
                    <a:pt x="4598" y="20277"/>
                    <a:pt x="6600" y="20800"/>
                  </a:cubicBezTo>
                  <a:cubicBezTo>
                    <a:pt x="8645" y="21331"/>
                    <a:pt x="10968" y="21600"/>
                    <a:pt x="13142" y="21600"/>
                  </a:cubicBezTo>
                  <a:cubicBezTo>
                    <a:pt x="13415" y="21600"/>
                    <a:pt x="13683" y="21596"/>
                    <a:pt x="13947" y="21589"/>
                  </a:cubicBezTo>
                  <a:cubicBezTo>
                    <a:pt x="15800" y="21514"/>
                    <a:pt x="17299" y="21288"/>
                    <a:pt x="18798" y="20463"/>
                  </a:cubicBezTo>
                  <a:cubicBezTo>
                    <a:pt x="20197" y="19678"/>
                    <a:pt x="21547" y="18555"/>
                    <a:pt x="21600" y="17171"/>
                  </a:cubicBezTo>
                  <a:cubicBezTo>
                    <a:pt x="20245" y="17171"/>
                    <a:pt x="18449" y="17171"/>
                    <a:pt x="18348" y="16196"/>
                  </a:cubicBezTo>
                  <a:cubicBezTo>
                    <a:pt x="18300" y="15898"/>
                    <a:pt x="18449" y="15597"/>
                    <a:pt x="18645" y="15335"/>
                  </a:cubicBezTo>
                  <a:cubicBezTo>
                    <a:pt x="19847" y="13201"/>
                    <a:pt x="20498" y="10917"/>
                    <a:pt x="20647" y="8636"/>
                  </a:cubicBezTo>
                  <a:cubicBezTo>
                    <a:pt x="20800" y="6387"/>
                    <a:pt x="20498" y="3579"/>
                    <a:pt x="18449" y="1969"/>
                  </a:cubicBezTo>
                  <a:cubicBezTo>
                    <a:pt x="16772" y="635"/>
                    <a:pt x="14272" y="0"/>
                    <a:pt x="11739" y="0"/>
                  </a:cubicBezTo>
                  <a:close/>
                </a:path>
              </a:pathLst>
            </a:custGeom>
            <a:solidFill>
              <a:srgbClr val="BE1F8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35" name="Google Shape;251;p29"/>
            <p:cNvSpPr/>
            <p:nvPr/>
          </p:nvSpPr>
          <p:spPr>
            <a:xfrm>
              <a:off x="689654" y="122802"/>
              <a:ext cx="263462" cy="3773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076" h="21600" fill="norm" stroke="1" extrusionOk="0">
                  <a:moveTo>
                    <a:pt x="11333" y="0"/>
                  </a:moveTo>
                  <a:cubicBezTo>
                    <a:pt x="9506" y="0"/>
                    <a:pt x="7727" y="183"/>
                    <a:pt x="6481" y="442"/>
                  </a:cubicBezTo>
                  <a:cubicBezTo>
                    <a:pt x="-471" y="1919"/>
                    <a:pt x="-1129" y="11015"/>
                    <a:pt x="1238" y="14948"/>
                  </a:cubicBezTo>
                  <a:cubicBezTo>
                    <a:pt x="2312" y="16731"/>
                    <a:pt x="3699" y="19316"/>
                    <a:pt x="5823" y="20417"/>
                  </a:cubicBezTo>
                  <a:cubicBezTo>
                    <a:pt x="7257" y="21164"/>
                    <a:pt x="8989" y="21600"/>
                    <a:pt x="10713" y="21600"/>
                  </a:cubicBezTo>
                  <a:cubicBezTo>
                    <a:pt x="11552" y="21600"/>
                    <a:pt x="12383" y="21500"/>
                    <a:pt x="13190" y="21282"/>
                  </a:cubicBezTo>
                  <a:cubicBezTo>
                    <a:pt x="16458" y="20299"/>
                    <a:pt x="18096" y="17591"/>
                    <a:pt x="18911" y="14948"/>
                  </a:cubicBezTo>
                  <a:cubicBezTo>
                    <a:pt x="19405" y="13170"/>
                    <a:pt x="19734" y="11380"/>
                    <a:pt x="19899" y="9537"/>
                  </a:cubicBezTo>
                  <a:cubicBezTo>
                    <a:pt x="20142" y="6959"/>
                    <a:pt x="20471" y="3703"/>
                    <a:pt x="18347" y="1672"/>
                  </a:cubicBezTo>
                  <a:cubicBezTo>
                    <a:pt x="17148" y="436"/>
                    <a:pt x="14185" y="0"/>
                    <a:pt x="11333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36" name="Google Shape;252;p29"/>
            <p:cNvSpPr/>
            <p:nvPr/>
          </p:nvSpPr>
          <p:spPr>
            <a:xfrm>
              <a:off x="701189" y="310298"/>
              <a:ext cx="269835" cy="233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33" h="21600" fill="norm" stroke="1" extrusionOk="0">
                  <a:moveTo>
                    <a:pt x="11686" y="0"/>
                  </a:moveTo>
                  <a:cubicBezTo>
                    <a:pt x="10880" y="0"/>
                    <a:pt x="10066" y="57"/>
                    <a:pt x="9260" y="161"/>
                  </a:cubicBezTo>
                  <a:cubicBezTo>
                    <a:pt x="7315" y="361"/>
                    <a:pt x="2300" y="1444"/>
                    <a:pt x="766" y="3429"/>
                  </a:cubicBezTo>
                  <a:cubicBezTo>
                    <a:pt x="-1017" y="5813"/>
                    <a:pt x="766" y="11360"/>
                    <a:pt x="1572" y="13745"/>
                  </a:cubicBezTo>
                  <a:cubicBezTo>
                    <a:pt x="2463" y="16024"/>
                    <a:pt x="3432" y="18304"/>
                    <a:pt x="5137" y="19691"/>
                  </a:cubicBezTo>
                  <a:cubicBezTo>
                    <a:pt x="6981" y="21296"/>
                    <a:pt x="9361" y="21600"/>
                    <a:pt x="11670" y="21600"/>
                  </a:cubicBezTo>
                  <a:cubicBezTo>
                    <a:pt x="12081" y="21600"/>
                    <a:pt x="12492" y="21591"/>
                    <a:pt x="12902" y="21581"/>
                  </a:cubicBezTo>
                  <a:cubicBezTo>
                    <a:pt x="13871" y="21477"/>
                    <a:pt x="14925" y="21182"/>
                    <a:pt x="15817" y="20783"/>
                  </a:cubicBezTo>
                  <a:cubicBezTo>
                    <a:pt x="17917" y="19890"/>
                    <a:pt x="18971" y="17212"/>
                    <a:pt x="19614" y="13650"/>
                  </a:cubicBezTo>
                  <a:cubicBezTo>
                    <a:pt x="20102" y="10961"/>
                    <a:pt x="20583" y="7200"/>
                    <a:pt x="20188" y="5120"/>
                  </a:cubicBezTo>
                  <a:cubicBezTo>
                    <a:pt x="19862" y="3534"/>
                    <a:pt x="18893" y="1643"/>
                    <a:pt x="16537" y="760"/>
                  </a:cubicBezTo>
                  <a:cubicBezTo>
                    <a:pt x="14925" y="228"/>
                    <a:pt x="13305" y="0"/>
                    <a:pt x="11686" y="0"/>
                  </a:cubicBezTo>
                  <a:close/>
                </a:path>
              </a:pathLst>
            </a:custGeom>
            <a:solidFill>
              <a:srgbClr val="F4C3B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37" name="Google Shape;253;p29"/>
            <p:cNvSpPr/>
            <p:nvPr/>
          </p:nvSpPr>
          <p:spPr>
            <a:xfrm>
              <a:off x="579185" y="210019"/>
              <a:ext cx="97808" cy="386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19" h="21600" fill="norm" stroke="1" extrusionOk="0">
                  <a:moveTo>
                    <a:pt x="1891" y="0"/>
                  </a:moveTo>
                  <a:cubicBezTo>
                    <a:pt x="1891" y="0"/>
                    <a:pt x="472" y="0"/>
                    <a:pt x="22" y="12006"/>
                  </a:cubicBezTo>
                  <a:cubicBezTo>
                    <a:pt x="-181" y="21083"/>
                    <a:pt x="1080" y="21600"/>
                    <a:pt x="1373" y="21600"/>
                  </a:cubicBezTo>
                  <a:cubicBezTo>
                    <a:pt x="1396" y="21600"/>
                    <a:pt x="1418" y="21600"/>
                    <a:pt x="1418" y="21600"/>
                  </a:cubicBezTo>
                  <a:lnTo>
                    <a:pt x="21419" y="21600"/>
                  </a:lnTo>
                  <a:lnTo>
                    <a:pt x="21419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38" name="Google Shape;254;p29"/>
            <p:cNvSpPr/>
            <p:nvPr/>
          </p:nvSpPr>
          <p:spPr>
            <a:xfrm>
              <a:off x="673701" y="162708"/>
              <a:ext cx="355451" cy="3694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3594" y="0"/>
                  </a:moveTo>
                  <a:cubicBezTo>
                    <a:pt x="3594" y="0"/>
                    <a:pt x="0" y="0"/>
                    <a:pt x="0" y="3710"/>
                  </a:cubicBezTo>
                  <a:cubicBezTo>
                    <a:pt x="0" y="3710"/>
                    <a:pt x="1113" y="18275"/>
                    <a:pt x="4900" y="19026"/>
                  </a:cubicBezTo>
                  <a:lnTo>
                    <a:pt x="14619" y="21600"/>
                  </a:lnTo>
                  <a:cubicBezTo>
                    <a:pt x="19381" y="20536"/>
                    <a:pt x="21600" y="3710"/>
                    <a:pt x="21600" y="3710"/>
                  </a:cubicBezTo>
                  <a:cubicBezTo>
                    <a:pt x="21600" y="0"/>
                    <a:pt x="18013" y="0"/>
                    <a:pt x="18013" y="0"/>
                  </a:cubicBezTo>
                  <a:close/>
                </a:path>
              </a:pathLst>
            </a:custGeom>
            <a:solidFill>
              <a:srgbClr val="F4C3B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39" name="Google Shape;255;p29"/>
            <p:cNvSpPr/>
            <p:nvPr/>
          </p:nvSpPr>
          <p:spPr>
            <a:xfrm>
              <a:off x="697813" y="179884"/>
              <a:ext cx="308196" cy="1242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57" h="21600" fill="norm" stroke="1" extrusionOk="0">
                  <a:moveTo>
                    <a:pt x="3465" y="0"/>
                  </a:moveTo>
                  <a:cubicBezTo>
                    <a:pt x="3465" y="0"/>
                    <a:pt x="-31" y="0"/>
                    <a:pt x="45" y="7850"/>
                  </a:cubicBezTo>
                  <a:cubicBezTo>
                    <a:pt x="45" y="7850"/>
                    <a:pt x="-604" y="19240"/>
                    <a:pt x="3035" y="20921"/>
                  </a:cubicBezTo>
                  <a:cubicBezTo>
                    <a:pt x="3984" y="21368"/>
                    <a:pt x="4830" y="21600"/>
                    <a:pt x="5581" y="21600"/>
                  </a:cubicBezTo>
                  <a:cubicBezTo>
                    <a:pt x="7650" y="21600"/>
                    <a:pt x="8967" y="19794"/>
                    <a:pt x="9595" y="15681"/>
                  </a:cubicBezTo>
                  <a:cubicBezTo>
                    <a:pt x="10019" y="13071"/>
                    <a:pt x="10449" y="12320"/>
                    <a:pt x="10804" y="12141"/>
                  </a:cubicBezTo>
                  <a:lnTo>
                    <a:pt x="11514" y="12141"/>
                  </a:lnTo>
                  <a:cubicBezTo>
                    <a:pt x="11875" y="12320"/>
                    <a:pt x="12299" y="13071"/>
                    <a:pt x="12729" y="15681"/>
                  </a:cubicBezTo>
                  <a:cubicBezTo>
                    <a:pt x="13357" y="19794"/>
                    <a:pt x="13637" y="21600"/>
                    <a:pt x="15180" y="21600"/>
                  </a:cubicBezTo>
                  <a:cubicBezTo>
                    <a:pt x="15739" y="21600"/>
                    <a:pt x="16463" y="21368"/>
                    <a:pt x="17432" y="20921"/>
                  </a:cubicBezTo>
                  <a:cubicBezTo>
                    <a:pt x="20996" y="19240"/>
                    <a:pt x="20423" y="7850"/>
                    <a:pt x="20423" y="7850"/>
                  </a:cubicBezTo>
                  <a:cubicBezTo>
                    <a:pt x="20423" y="0"/>
                    <a:pt x="17002" y="0"/>
                    <a:pt x="17002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40" name="Google Shape;256;p29"/>
            <p:cNvSpPr/>
            <p:nvPr/>
          </p:nvSpPr>
          <p:spPr>
            <a:xfrm>
              <a:off x="538453" y="489565"/>
              <a:ext cx="491727" cy="1391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067" y="0"/>
                  </a:moveTo>
                  <a:cubicBezTo>
                    <a:pt x="20886" y="0"/>
                    <a:pt x="20724" y="192"/>
                    <a:pt x="20705" y="607"/>
                  </a:cubicBezTo>
                  <a:cubicBezTo>
                    <a:pt x="20091" y="9435"/>
                    <a:pt x="19291" y="11941"/>
                    <a:pt x="17403" y="15262"/>
                  </a:cubicBezTo>
                  <a:cubicBezTo>
                    <a:pt x="16106" y="17689"/>
                    <a:pt x="14615" y="18455"/>
                    <a:pt x="13143" y="18455"/>
                  </a:cubicBezTo>
                  <a:cubicBezTo>
                    <a:pt x="12686" y="18455"/>
                    <a:pt x="12234" y="18391"/>
                    <a:pt x="11792" y="18263"/>
                  </a:cubicBezTo>
                  <a:cubicBezTo>
                    <a:pt x="7595" y="17609"/>
                    <a:pt x="3822" y="12772"/>
                    <a:pt x="1084" y="1437"/>
                  </a:cubicBezTo>
                  <a:cubicBezTo>
                    <a:pt x="1017" y="1149"/>
                    <a:pt x="886" y="1038"/>
                    <a:pt x="745" y="1038"/>
                  </a:cubicBezTo>
                  <a:cubicBezTo>
                    <a:pt x="416" y="1038"/>
                    <a:pt x="0" y="1596"/>
                    <a:pt x="0" y="1596"/>
                  </a:cubicBezTo>
                  <a:cubicBezTo>
                    <a:pt x="3072" y="15262"/>
                    <a:pt x="8304" y="21600"/>
                    <a:pt x="13152" y="21600"/>
                  </a:cubicBezTo>
                  <a:cubicBezTo>
                    <a:pt x="13219" y="21600"/>
                    <a:pt x="13283" y="21600"/>
                    <a:pt x="13350" y="21600"/>
                  </a:cubicBezTo>
                  <a:cubicBezTo>
                    <a:pt x="16933" y="21600"/>
                    <a:pt x="21225" y="15438"/>
                    <a:pt x="21600" y="942"/>
                  </a:cubicBezTo>
                  <a:cubicBezTo>
                    <a:pt x="21600" y="351"/>
                    <a:pt x="21315" y="0"/>
                    <a:pt x="21067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41" name="Google Shape;257;p29"/>
            <p:cNvSpPr/>
            <p:nvPr/>
          </p:nvSpPr>
          <p:spPr>
            <a:xfrm>
              <a:off x="747478" y="216087"/>
              <a:ext cx="37181" cy="372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19" h="21600" fill="norm" stroke="1" extrusionOk="0">
                  <a:moveTo>
                    <a:pt x="2751" y="0"/>
                  </a:moveTo>
                  <a:cubicBezTo>
                    <a:pt x="580" y="0"/>
                    <a:pt x="-994" y="2685"/>
                    <a:pt x="743" y="4594"/>
                  </a:cubicBezTo>
                  <a:cubicBezTo>
                    <a:pt x="5844" y="10144"/>
                    <a:pt x="10403" y="15812"/>
                    <a:pt x="15450" y="20765"/>
                  </a:cubicBezTo>
                  <a:cubicBezTo>
                    <a:pt x="15993" y="21361"/>
                    <a:pt x="16590" y="21600"/>
                    <a:pt x="17133" y="21600"/>
                  </a:cubicBezTo>
                  <a:cubicBezTo>
                    <a:pt x="19032" y="21600"/>
                    <a:pt x="20606" y="18975"/>
                    <a:pt x="18869" y="17065"/>
                  </a:cubicBezTo>
                  <a:cubicBezTo>
                    <a:pt x="14365" y="11397"/>
                    <a:pt x="9263" y="6444"/>
                    <a:pt x="4759" y="835"/>
                  </a:cubicBezTo>
                  <a:cubicBezTo>
                    <a:pt x="4053" y="298"/>
                    <a:pt x="3402" y="0"/>
                    <a:pt x="2751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42" name="Google Shape;258;p29"/>
            <p:cNvSpPr/>
            <p:nvPr/>
          </p:nvSpPr>
          <p:spPr>
            <a:xfrm>
              <a:off x="719723" y="224727"/>
              <a:ext cx="64805" cy="639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43" h="21600" fill="norm" stroke="1" extrusionOk="0">
                  <a:moveTo>
                    <a:pt x="1728" y="0"/>
                  </a:moveTo>
                  <a:cubicBezTo>
                    <a:pt x="501" y="0"/>
                    <a:pt x="-629" y="1528"/>
                    <a:pt x="404" y="2639"/>
                  </a:cubicBezTo>
                  <a:lnTo>
                    <a:pt x="17581" y="21114"/>
                  </a:lnTo>
                  <a:cubicBezTo>
                    <a:pt x="17904" y="21461"/>
                    <a:pt x="18291" y="21600"/>
                    <a:pt x="18646" y="21600"/>
                  </a:cubicBezTo>
                  <a:cubicBezTo>
                    <a:pt x="19841" y="21600"/>
                    <a:pt x="20971" y="20072"/>
                    <a:pt x="19938" y="18961"/>
                  </a:cubicBezTo>
                  <a:lnTo>
                    <a:pt x="2761" y="486"/>
                  </a:lnTo>
                  <a:cubicBezTo>
                    <a:pt x="2438" y="139"/>
                    <a:pt x="2083" y="0"/>
                    <a:pt x="1728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43" name="Google Shape;259;p29"/>
            <p:cNvSpPr/>
            <p:nvPr/>
          </p:nvSpPr>
          <p:spPr>
            <a:xfrm>
              <a:off x="771251" y="198911"/>
              <a:ext cx="36033" cy="359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453" h="21600" fill="norm" stroke="1" extrusionOk="0">
                  <a:moveTo>
                    <a:pt x="2972" y="0"/>
                  </a:moveTo>
                  <a:cubicBezTo>
                    <a:pt x="862" y="0"/>
                    <a:pt x="-1081" y="2777"/>
                    <a:pt x="696" y="4752"/>
                  </a:cubicBezTo>
                  <a:cubicBezTo>
                    <a:pt x="5915" y="9874"/>
                    <a:pt x="10580" y="15058"/>
                    <a:pt x="15188" y="20798"/>
                  </a:cubicBezTo>
                  <a:cubicBezTo>
                    <a:pt x="15688" y="21353"/>
                    <a:pt x="16243" y="21600"/>
                    <a:pt x="16743" y="21600"/>
                  </a:cubicBezTo>
                  <a:cubicBezTo>
                    <a:pt x="18742" y="21600"/>
                    <a:pt x="20519" y="18391"/>
                    <a:pt x="18687" y="16354"/>
                  </a:cubicBezTo>
                  <a:lnTo>
                    <a:pt x="4749" y="864"/>
                  </a:lnTo>
                  <a:cubicBezTo>
                    <a:pt x="4194" y="247"/>
                    <a:pt x="3583" y="0"/>
                    <a:pt x="2972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44" name="Google Shape;260;p29"/>
            <p:cNvSpPr/>
            <p:nvPr/>
          </p:nvSpPr>
          <p:spPr>
            <a:xfrm>
              <a:off x="878492" y="201071"/>
              <a:ext cx="73690" cy="737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52" h="21600" fill="norm" stroke="1" extrusionOk="0">
                  <a:moveTo>
                    <a:pt x="1286" y="0"/>
                  </a:moveTo>
                  <a:cubicBezTo>
                    <a:pt x="311" y="0"/>
                    <a:pt x="-521" y="1356"/>
                    <a:pt x="397" y="2320"/>
                  </a:cubicBezTo>
                  <a:lnTo>
                    <a:pt x="18354" y="21178"/>
                  </a:lnTo>
                  <a:cubicBezTo>
                    <a:pt x="18641" y="21479"/>
                    <a:pt x="18956" y="21600"/>
                    <a:pt x="19243" y="21600"/>
                  </a:cubicBezTo>
                  <a:cubicBezTo>
                    <a:pt x="20218" y="21600"/>
                    <a:pt x="21079" y="20244"/>
                    <a:pt x="20161" y="19280"/>
                  </a:cubicBezTo>
                  <a:lnTo>
                    <a:pt x="2175" y="422"/>
                  </a:lnTo>
                  <a:cubicBezTo>
                    <a:pt x="1917" y="121"/>
                    <a:pt x="1602" y="0"/>
                    <a:pt x="1286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45" name="Google Shape;261;p29"/>
            <p:cNvSpPr/>
            <p:nvPr/>
          </p:nvSpPr>
          <p:spPr>
            <a:xfrm>
              <a:off x="923562" y="215059"/>
              <a:ext cx="28620" cy="285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080" h="21600" fill="norm" stroke="1" extrusionOk="0">
                  <a:moveTo>
                    <a:pt x="3129" y="0"/>
                  </a:moveTo>
                  <a:cubicBezTo>
                    <a:pt x="797" y="0"/>
                    <a:pt x="-1260" y="3419"/>
                    <a:pt x="934" y="5905"/>
                  </a:cubicBezTo>
                  <a:lnTo>
                    <a:pt x="13826" y="20512"/>
                  </a:lnTo>
                  <a:cubicBezTo>
                    <a:pt x="14511" y="21289"/>
                    <a:pt x="15266" y="21600"/>
                    <a:pt x="15951" y="21600"/>
                  </a:cubicBezTo>
                  <a:cubicBezTo>
                    <a:pt x="18283" y="21600"/>
                    <a:pt x="20340" y="18104"/>
                    <a:pt x="18146" y="15617"/>
                  </a:cubicBezTo>
                  <a:lnTo>
                    <a:pt x="5254" y="1010"/>
                  </a:lnTo>
                  <a:cubicBezTo>
                    <a:pt x="4569" y="311"/>
                    <a:pt x="3814" y="0"/>
                    <a:pt x="3129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46" name="Google Shape;262;p29"/>
            <p:cNvSpPr/>
            <p:nvPr/>
          </p:nvSpPr>
          <p:spPr>
            <a:xfrm>
              <a:off x="946167" y="206419"/>
              <a:ext cx="20901" cy="200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213" h="21600" fill="norm" stroke="1" extrusionOk="0">
                  <a:moveTo>
                    <a:pt x="4019" y="0"/>
                  </a:moveTo>
                  <a:cubicBezTo>
                    <a:pt x="972" y="0"/>
                    <a:pt x="-1627" y="4874"/>
                    <a:pt x="1241" y="8418"/>
                  </a:cubicBezTo>
                  <a:cubicBezTo>
                    <a:pt x="5005" y="11963"/>
                    <a:pt x="7694" y="16615"/>
                    <a:pt x="10562" y="20049"/>
                  </a:cubicBezTo>
                  <a:cubicBezTo>
                    <a:pt x="11458" y="21157"/>
                    <a:pt x="12444" y="21600"/>
                    <a:pt x="13430" y="21600"/>
                  </a:cubicBezTo>
                  <a:cubicBezTo>
                    <a:pt x="16746" y="21600"/>
                    <a:pt x="19973" y="16615"/>
                    <a:pt x="17105" y="13071"/>
                  </a:cubicBezTo>
                  <a:cubicBezTo>
                    <a:pt x="13341" y="8418"/>
                    <a:pt x="10562" y="5095"/>
                    <a:pt x="6798" y="1551"/>
                  </a:cubicBezTo>
                  <a:cubicBezTo>
                    <a:pt x="5991" y="443"/>
                    <a:pt x="5005" y="0"/>
                    <a:pt x="4019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47" name="Google Shape;263;p29"/>
            <p:cNvSpPr/>
            <p:nvPr/>
          </p:nvSpPr>
          <p:spPr>
            <a:xfrm>
              <a:off x="360" y="526592"/>
              <a:ext cx="500111" cy="12971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74" h="21600" fill="norm" stroke="1" extrusionOk="0">
                  <a:moveTo>
                    <a:pt x="17292" y="0"/>
                  </a:moveTo>
                  <a:cubicBezTo>
                    <a:pt x="14089" y="0"/>
                    <a:pt x="12498" y="1125"/>
                    <a:pt x="10696" y="2184"/>
                  </a:cubicBezTo>
                  <a:cubicBezTo>
                    <a:pt x="7116" y="4311"/>
                    <a:pt x="3718" y="8049"/>
                    <a:pt x="2348" y="10533"/>
                  </a:cubicBezTo>
                  <a:cubicBezTo>
                    <a:pt x="97" y="14575"/>
                    <a:pt x="-390" y="19420"/>
                    <a:pt x="274" y="21030"/>
                  </a:cubicBezTo>
                  <a:cubicBezTo>
                    <a:pt x="465" y="21466"/>
                    <a:pt x="1459" y="21600"/>
                    <a:pt x="2690" y="21600"/>
                  </a:cubicBezTo>
                  <a:cubicBezTo>
                    <a:pt x="4027" y="21600"/>
                    <a:pt x="5639" y="21444"/>
                    <a:pt x="6811" y="21352"/>
                  </a:cubicBezTo>
                  <a:cubicBezTo>
                    <a:pt x="6765" y="17990"/>
                    <a:pt x="8445" y="14645"/>
                    <a:pt x="11758" y="11590"/>
                  </a:cubicBezTo>
                  <a:cubicBezTo>
                    <a:pt x="12862" y="10569"/>
                    <a:pt x="17499" y="7262"/>
                    <a:pt x="19573" y="4383"/>
                  </a:cubicBezTo>
                  <a:cubicBezTo>
                    <a:pt x="21210" y="2113"/>
                    <a:pt x="21032" y="57"/>
                    <a:pt x="17588" y="3"/>
                  </a:cubicBezTo>
                  <a:cubicBezTo>
                    <a:pt x="17487" y="2"/>
                    <a:pt x="17389" y="0"/>
                    <a:pt x="17292" y="0"/>
                  </a:cubicBezTo>
                  <a:close/>
                </a:path>
              </a:pathLst>
            </a:custGeom>
            <a:solidFill>
              <a:srgbClr val="BE1F8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48" name="Google Shape;264;p29"/>
            <p:cNvSpPr/>
            <p:nvPr/>
          </p:nvSpPr>
          <p:spPr>
            <a:xfrm>
              <a:off x="0" y="1723354"/>
              <a:ext cx="199650" cy="3132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12" h="21600" fill="norm" stroke="1" extrusionOk="0">
                  <a:moveTo>
                    <a:pt x="6812" y="0"/>
                  </a:moveTo>
                  <a:cubicBezTo>
                    <a:pt x="3246" y="0"/>
                    <a:pt x="154" y="461"/>
                    <a:pt x="57" y="1447"/>
                  </a:cubicBezTo>
                  <a:cubicBezTo>
                    <a:pt x="-395" y="5148"/>
                    <a:pt x="1964" y="14771"/>
                    <a:pt x="2309" y="16849"/>
                  </a:cubicBezTo>
                  <a:cubicBezTo>
                    <a:pt x="2643" y="18544"/>
                    <a:pt x="2191" y="19217"/>
                    <a:pt x="3656" y="20692"/>
                  </a:cubicBezTo>
                  <a:cubicBezTo>
                    <a:pt x="4388" y="21394"/>
                    <a:pt x="5422" y="21600"/>
                    <a:pt x="6607" y="21600"/>
                  </a:cubicBezTo>
                  <a:cubicBezTo>
                    <a:pt x="7793" y="21600"/>
                    <a:pt x="9107" y="21394"/>
                    <a:pt x="10410" y="21288"/>
                  </a:cubicBezTo>
                  <a:cubicBezTo>
                    <a:pt x="10777" y="21245"/>
                    <a:pt x="11143" y="21231"/>
                    <a:pt x="11509" y="21231"/>
                  </a:cubicBezTo>
                  <a:cubicBezTo>
                    <a:pt x="12630" y="21231"/>
                    <a:pt x="13696" y="21373"/>
                    <a:pt x="14569" y="21373"/>
                  </a:cubicBezTo>
                  <a:cubicBezTo>
                    <a:pt x="15581" y="21373"/>
                    <a:pt x="16325" y="21189"/>
                    <a:pt x="16583" y="20402"/>
                  </a:cubicBezTo>
                  <a:cubicBezTo>
                    <a:pt x="17262" y="18622"/>
                    <a:pt x="17036" y="17735"/>
                    <a:pt x="16583" y="15955"/>
                  </a:cubicBezTo>
                  <a:cubicBezTo>
                    <a:pt x="16734" y="15927"/>
                    <a:pt x="16885" y="15920"/>
                    <a:pt x="17036" y="15920"/>
                  </a:cubicBezTo>
                  <a:cubicBezTo>
                    <a:pt x="18856" y="15920"/>
                    <a:pt x="20300" y="17884"/>
                    <a:pt x="20300" y="17884"/>
                  </a:cubicBezTo>
                  <a:cubicBezTo>
                    <a:pt x="21205" y="16700"/>
                    <a:pt x="21205" y="13885"/>
                    <a:pt x="19632" y="12998"/>
                  </a:cubicBezTo>
                  <a:cubicBezTo>
                    <a:pt x="18953" y="12552"/>
                    <a:pt x="17715" y="11963"/>
                    <a:pt x="17036" y="11438"/>
                  </a:cubicBezTo>
                  <a:cubicBezTo>
                    <a:pt x="15237" y="10105"/>
                    <a:pt x="18609" y="3666"/>
                    <a:pt x="17488" y="2042"/>
                  </a:cubicBezTo>
                  <a:cubicBezTo>
                    <a:pt x="16486" y="723"/>
                    <a:pt x="11283" y="0"/>
                    <a:pt x="6812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49" name="Google Shape;265;p29"/>
            <p:cNvSpPr/>
            <p:nvPr/>
          </p:nvSpPr>
          <p:spPr>
            <a:xfrm>
              <a:off x="398402" y="518466"/>
              <a:ext cx="113528" cy="4751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30" h="21600" fill="norm" stroke="1" extrusionOk="0">
                  <a:moveTo>
                    <a:pt x="7380" y="0"/>
                  </a:moveTo>
                  <a:cubicBezTo>
                    <a:pt x="5140" y="0"/>
                    <a:pt x="2253" y="243"/>
                    <a:pt x="3567" y="425"/>
                  </a:cubicBezTo>
                  <a:cubicBezTo>
                    <a:pt x="18448" y="2525"/>
                    <a:pt x="18448" y="7209"/>
                    <a:pt x="14191" y="10870"/>
                  </a:cubicBezTo>
                  <a:cubicBezTo>
                    <a:pt x="10323" y="14386"/>
                    <a:pt x="5492" y="18047"/>
                    <a:pt x="87" y="21464"/>
                  </a:cubicBezTo>
                  <a:cubicBezTo>
                    <a:pt x="-61" y="21558"/>
                    <a:pt x="-5" y="21600"/>
                    <a:pt x="143" y="21600"/>
                  </a:cubicBezTo>
                  <a:cubicBezTo>
                    <a:pt x="383" y="21600"/>
                    <a:pt x="883" y="21492"/>
                    <a:pt x="1235" y="21315"/>
                  </a:cubicBezTo>
                  <a:cubicBezTo>
                    <a:pt x="8583" y="17070"/>
                    <a:pt x="17856" y="12581"/>
                    <a:pt x="20169" y="7892"/>
                  </a:cubicBezTo>
                  <a:cubicBezTo>
                    <a:pt x="21539" y="4867"/>
                    <a:pt x="17467" y="1403"/>
                    <a:pt x="9175" y="84"/>
                  </a:cubicBezTo>
                  <a:cubicBezTo>
                    <a:pt x="8749" y="23"/>
                    <a:pt x="8101" y="0"/>
                    <a:pt x="7380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</p:grpSp>
      <p:sp>
        <p:nvSpPr>
          <p:cNvPr id="351" name="Google Shape;266;p29"/>
          <p:cNvSpPr txBox="1"/>
          <p:nvPr>
            <p:ph type="title"/>
          </p:nvPr>
        </p:nvSpPr>
        <p:spPr>
          <a:xfrm>
            <a:off x="4337949" y="1862525"/>
            <a:ext cx="4349701" cy="841801"/>
          </a:xfrm>
          <a:prstGeom prst="rect">
            <a:avLst/>
          </a:prstGeom>
        </p:spPr>
        <p:txBody>
          <a:bodyPr/>
          <a:lstStyle>
            <a:lvl1pPr defTabSz="640079">
              <a:defRPr sz="4200"/>
            </a:lvl1pPr>
          </a:lstStyle>
          <a:p>
            <a:pPr/>
            <a:r>
              <a:t>CODE</a:t>
            </a:r>
          </a:p>
        </p:txBody>
      </p:sp>
      <p:grpSp>
        <p:nvGrpSpPr>
          <p:cNvPr id="393" name="Google Shape;267;p29"/>
          <p:cNvGrpSpPr/>
          <p:nvPr/>
        </p:nvGrpSpPr>
        <p:grpSpPr>
          <a:xfrm>
            <a:off x="1721775" y="910571"/>
            <a:ext cx="1524637" cy="3692831"/>
            <a:chOff x="0" y="0"/>
            <a:chExt cx="1524636" cy="3692829"/>
          </a:xfrm>
        </p:grpSpPr>
        <p:sp>
          <p:nvSpPr>
            <p:cNvPr id="352" name="Google Shape;268;p29"/>
            <p:cNvSpPr/>
            <p:nvPr/>
          </p:nvSpPr>
          <p:spPr>
            <a:xfrm>
              <a:off x="1024456" y="508284"/>
              <a:ext cx="499903" cy="12973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61" h="21600" fill="norm" stroke="1" extrusionOk="0">
                  <a:moveTo>
                    <a:pt x="3268" y="0"/>
                  </a:moveTo>
                  <a:cubicBezTo>
                    <a:pt x="3171" y="0"/>
                    <a:pt x="3074" y="2"/>
                    <a:pt x="2972" y="3"/>
                  </a:cubicBezTo>
                  <a:cubicBezTo>
                    <a:pt x="-425" y="58"/>
                    <a:pt x="-649" y="2113"/>
                    <a:pt x="988" y="4384"/>
                  </a:cubicBezTo>
                  <a:cubicBezTo>
                    <a:pt x="3061" y="7261"/>
                    <a:pt x="7702" y="10569"/>
                    <a:pt x="8802" y="11588"/>
                  </a:cubicBezTo>
                  <a:cubicBezTo>
                    <a:pt x="12118" y="14644"/>
                    <a:pt x="13798" y="18006"/>
                    <a:pt x="13751" y="21348"/>
                  </a:cubicBezTo>
                  <a:cubicBezTo>
                    <a:pt x="14931" y="21441"/>
                    <a:pt x="16564" y="21600"/>
                    <a:pt x="17905" y="21600"/>
                  </a:cubicBezTo>
                  <a:cubicBezTo>
                    <a:pt x="19119" y="21600"/>
                    <a:pt x="20096" y="21470"/>
                    <a:pt x="20287" y="21045"/>
                  </a:cubicBezTo>
                  <a:cubicBezTo>
                    <a:pt x="20951" y="19417"/>
                    <a:pt x="20460" y="14591"/>
                    <a:pt x="18252" y="10533"/>
                  </a:cubicBezTo>
                  <a:cubicBezTo>
                    <a:pt x="16886" y="8048"/>
                    <a:pt x="13442" y="4312"/>
                    <a:pt x="9863" y="2185"/>
                  </a:cubicBezTo>
                  <a:cubicBezTo>
                    <a:pt x="8061" y="1127"/>
                    <a:pt x="6471" y="0"/>
                    <a:pt x="3268" y="0"/>
                  </a:cubicBezTo>
                  <a:close/>
                </a:path>
              </a:pathLst>
            </a:custGeom>
            <a:solidFill>
              <a:srgbClr val="BE1F8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53" name="Google Shape;269;p29"/>
            <p:cNvSpPr/>
            <p:nvPr/>
          </p:nvSpPr>
          <p:spPr>
            <a:xfrm>
              <a:off x="1325048" y="1705150"/>
              <a:ext cx="199589" cy="3140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16" h="21600" fill="norm" stroke="1" extrusionOk="0">
                  <a:moveTo>
                    <a:pt x="14184" y="0"/>
                  </a:moveTo>
                  <a:cubicBezTo>
                    <a:pt x="9711" y="0"/>
                    <a:pt x="4473" y="743"/>
                    <a:pt x="3535" y="2108"/>
                  </a:cubicBezTo>
                  <a:cubicBezTo>
                    <a:pt x="2296" y="3651"/>
                    <a:pt x="5669" y="10082"/>
                    <a:pt x="3869" y="11412"/>
                  </a:cubicBezTo>
                  <a:cubicBezTo>
                    <a:pt x="3201" y="11928"/>
                    <a:pt x="1962" y="12516"/>
                    <a:pt x="1283" y="12961"/>
                  </a:cubicBezTo>
                  <a:cubicBezTo>
                    <a:pt x="-291" y="13846"/>
                    <a:pt x="-291" y="16655"/>
                    <a:pt x="604" y="17914"/>
                  </a:cubicBezTo>
                  <a:cubicBezTo>
                    <a:pt x="604" y="17914"/>
                    <a:pt x="2156" y="15876"/>
                    <a:pt x="3999" y="15876"/>
                  </a:cubicBezTo>
                  <a:cubicBezTo>
                    <a:pt x="4139" y="15876"/>
                    <a:pt x="4290" y="15890"/>
                    <a:pt x="4430" y="15912"/>
                  </a:cubicBezTo>
                  <a:cubicBezTo>
                    <a:pt x="3869" y="17688"/>
                    <a:pt x="3762" y="18572"/>
                    <a:pt x="4322" y="20348"/>
                  </a:cubicBezTo>
                  <a:cubicBezTo>
                    <a:pt x="4635" y="21154"/>
                    <a:pt x="5378" y="21345"/>
                    <a:pt x="6370" y="21345"/>
                  </a:cubicBezTo>
                  <a:cubicBezTo>
                    <a:pt x="7275" y="21345"/>
                    <a:pt x="8375" y="21183"/>
                    <a:pt x="9517" y="21183"/>
                  </a:cubicBezTo>
                  <a:cubicBezTo>
                    <a:pt x="9841" y="21183"/>
                    <a:pt x="10175" y="21197"/>
                    <a:pt x="10509" y="21232"/>
                  </a:cubicBezTo>
                  <a:cubicBezTo>
                    <a:pt x="11802" y="21381"/>
                    <a:pt x="13128" y="21600"/>
                    <a:pt x="14314" y="21600"/>
                  </a:cubicBezTo>
                  <a:cubicBezTo>
                    <a:pt x="15489" y="21600"/>
                    <a:pt x="16534" y="21381"/>
                    <a:pt x="17256" y="20645"/>
                  </a:cubicBezTo>
                  <a:cubicBezTo>
                    <a:pt x="18722" y="19166"/>
                    <a:pt x="18280" y="18501"/>
                    <a:pt x="18614" y="16803"/>
                  </a:cubicBezTo>
                  <a:cubicBezTo>
                    <a:pt x="19056" y="14808"/>
                    <a:pt x="21309" y="5129"/>
                    <a:pt x="20856" y="1436"/>
                  </a:cubicBezTo>
                  <a:cubicBezTo>
                    <a:pt x="20759" y="460"/>
                    <a:pt x="17709" y="0"/>
                    <a:pt x="14184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54" name="Google Shape;270;p29"/>
            <p:cNvSpPr/>
            <p:nvPr/>
          </p:nvSpPr>
          <p:spPr>
            <a:xfrm>
              <a:off x="1013384" y="500159"/>
              <a:ext cx="112924" cy="4752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22" h="21600" fill="norm" stroke="1" extrusionOk="0">
                  <a:moveTo>
                    <a:pt x="12925" y="0"/>
                  </a:moveTo>
                  <a:cubicBezTo>
                    <a:pt x="12222" y="0"/>
                    <a:pt x="11555" y="28"/>
                    <a:pt x="11148" y="84"/>
                  </a:cubicBezTo>
                  <a:cubicBezTo>
                    <a:pt x="2837" y="1407"/>
                    <a:pt x="-1216" y="4866"/>
                    <a:pt x="320" y="7895"/>
                  </a:cubicBezTo>
                  <a:cubicBezTo>
                    <a:pt x="2449" y="12579"/>
                    <a:pt x="11722" y="17117"/>
                    <a:pt x="19255" y="21362"/>
                  </a:cubicBezTo>
                  <a:cubicBezTo>
                    <a:pt x="19496" y="21507"/>
                    <a:pt x="19921" y="21600"/>
                    <a:pt x="20162" y="21600"/>
                  </a:cubicBezTo>
                  <a:cubicBezTo>
                    <a:pt x="20328" y="21600"/>
                    <a:pt x="20384" y="21558"/>
                    <a:pt x="20236" y="21460"/>
                  </a:cubicBezTo>
                  <a:cubicBezTo>
                    <a:pt x="14813" y="18094"/>
                    <a:pt x="10186" y="14383"/>
                    <a:pt x="6114" y="10872"/>
                  </a:cubicBezTo>
                  <a:cubicBezTo>
                    <a:pt x="2060" y="7208"/>
                    <a:pt x="2060" y="2524"/>
                    <a:pt x="16756" y="430"/>
                  </a:cubicBezTo>
                  <a:cubicBezTo>
                    <a:pt x="18070" y="243"/>
                    <a:pt x="15164" y="0"/>
                    <a:pt x="12925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55" name="Google Shape;271;p29"/>
            <p:cNvSpPr/>
            <p:nvPr/>
          </p:nvSpPr>
          <p:spPr>
            <a:xfrm>
              <a:off x="480455" y="1652388"/>
              <a:ext cx="716396" cy="17539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9" h="21600" fill="norm" stroke="1" extrusionOk="0">
                  <a:moveTo>
                    <a:pt x="3480" y="0"/>
                  </a:moveTo>
                  <a:cubicBezTo>
                    <a:pt x="1897" y="0"/>
                    <a:pt x="625" y="51"/>
                    <a:pt x="474" y="219"/>
                  </a:cubicBezTo>
                  <a:cubicBezTo>
                    <a:pt x="-441" y="1265"/>
                    <a:pt x="224" y="3697"/>
                    <a:pt x="378" y="4239"/>
                  </a:cubicBezTo>
                  <a:cubicBezTo>
                    <a:pt x="1106" y="6937"/>
                    <a:pt x="1263" y="9067"/>
                    <a:pt x="1420" y="10706"/>
                  </a:cubicBezTo>
                  <a:cubicBezTo>
                    <a:pt x="1673" y="13125"/>
                    <a:pt x="1800" y="17424"/>
                    <a:pt x="2903" y="21297"/>
                  </a:cubicBezTo>
                  <a:cubicBezTo>
                    <a:pt x="2954" y="21473"/>
                    <a:pt x="5138" y="21513"/>
                    <a:pt x="6594" y="21513"/>
                  </a:cubicBezTo>
                  <a:cubicBezTo>
                    <a:pt x="6881" y="21513"/>
                    <a:pt x="7141" y="21511"/>
                    <a:pt x="7349" y="21509"/>
                  </a:cubicBezTo>
                  <a:cubicBezTo>
                    <a:pt x="10219" y="14012"/>
                    <a:pt x="10469" y="10930"/>
                    <a:pt x="11415" y="4385"/>
                  </a:cubicBezTo>
                  <a:cubicBezTo>
                    <a:pt x="12236" y="9476"/>
                    <a:pt x="12173" y="14699"/>
                    <a:pt x="13876" y="21416"/>
                  </a:cubicBezTo>
                  <a:cubicBezTo>
                    <a:pt x="13910" y="21548"/>
                    <a:pt x="14263" y="21600"/>
                    <a:pt x="14764" y="21600"/>
                  </a:cubicBezTo>
                  <a:cubicBezTo>
                    <a:pt x="16142" y="21600"/>
                    <a:pt x="18622" y="21209"/>
                    <a:pt x="18667" y="20967"/>
                  </a:cubicBezTo>
                  <a:cubicBezTo>
                    <a:pt x="19108" y="18297"/>
                    <a:pt x="20090" y="15096"/>
                    <a:pt x="20244" y="14012"/>
                  </a:cubicBezTo>
                  <a:cubicBezTo>
                    <a:pt x="20812" y="10348"/>
                    <a:pt x="21159" y="4636"/>
                    <a:pt x="21002" y="101"/>
                  </a:cubicBezTo>
                  <a:cubicBezTo>
                    <a:pt x="17501" y="101"/>
                    <a:pt x="13466" y="114"/>
                    <a:pt x="9965" y="114"/>
                  </a:cubicBezTo>
                  <a:cubicBezTo>
                    <a:pt x="8926" y="114"/>
                    <a:pt x="5854" y="0"/>
                    <a:pt x="3480" y="0"/>
                  </a:cubicBezTo>
                  <a:close/>
                </a:path>
              </a:pathLst>
            </a:custGeom>
            <a:solidFill>
              <a:srgbClr val="BE1F8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56" name="Google Shape;272;p29"/>
            <p:cNvSpPr/>
            <p:nvPr/>
          </p:nvSpPr>
          <p:spPr>
            <a:xfrm>
              <a:off x="539585" y="3153380"/>
              <a:ext cx="395404" cy="5394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1" h="21600" fill="norm" stroke="1" extrusionOk="0">
                  <a:moveTo>
                    <a:pt x="2591" y="0"/>
                  </a:moveTo>
                  <a:cubicBezTo>
                    <a:pt x="1659" y="0"/>
                    <a:pt x="782" y="8"/>
                    <a:pt x="0" y="29"/>
                  </a:cubicBezTo>
                  <a:cubicBezTo>
                    <a:pt x="172" y="4415"/>
                    <a:pt x="1043" y="10390"/>
                    <a:pt x="982" y="14476"/>
                  </a:cubicBezTo>
                  <a:cubicBezTo>
                    <a:pt x="982" y="14731"/>
                    <a:pt x="289" y="17873"/>
                    <a:pt x="399" y="18128"/>
                  </a:cubicBezTo>
                  <a:cubicBezTo>
                    <a:pt x="799" y="18655"/>
                    <a:pt x="10825" y="21600"/>
                    <a:pt x="16928" y="21600"/>
                  </a:cubicBezTo>
                  <a:cubicBezTo>
                    <a:pt x="18831" y="21600"/>
                    <a:pt x="20352" y="21316"/>
                    <a:pt x="21084" y="20579"/>
                  </a:cubicBezTo>
                  <a:cubicBezTo>
                    <a:pt x="21600" y="20064"/>
                    <a:pt x="21545" y="17614"/>
                    <a:pt x="18532" y="16498"/>
                  </a:cubicBezTo>
                  <a:cubicBezTo>
                    <a:pt x="16679" y="15810"/>
                    <a:pt x="14825" y="15204"/>
                    <a:pt x="12972" y="14558"/>
                  </a:cubicBezTo>
                  <a:cubicBezTo>
                    <a:pt x="12567" y="14430"/>
                    <a:pt x="12101" y="14261"/>
                    <a:pt x="11868" y="14002"/>
                  </a:cubicBezTo>
                  <a:cubicBezTo>
                    <a:pt x="11702" y="13742"/>
                    <a:pt x="11702" y="13442"/>
                    <a:pt x="11702" y="13141"/>
                  </a:cubicBezTo>
                  <a:cubicBezTo>
                    <a:pt x="11702" y="10518"/>
                    <a:pt x="12856" y="2866"/>
                    <a:pt x="12856" y="243"/>
                  </a:cubicBezTo>
                  <a:cubicBezTo>
                    <a:pt x="9998" y="111"/>
                    <a:pt x="5942" y="0"/>
                    <a:pt x="2591" y="0"/>
                  </a:cubicBez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57" name="Google Shape;273;p29"/>
            <p:cNvSpPr/>
            <p:nvPr/>
          </p:nvSpPr>
          <p:spPr>
            <a:xfrm>
              <a:off x="920644" y="3145667"/>
              <a:ext cx="411274" cy="4735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44" h="21600" fill="norm" stroke="1" extrusionOk="0">
                  <a:moveTo>
                    <a:pt x="2378" y="0"/>
                  </a:moveTo>
                  <a:cubicBezTo>
                    <a:pt x="1550" y="0"/>
                    <a:pt x="749" y="9"/>
                    <a:pt x="0" y="42"/>
                  </a:cubicBezTo>
                  <a:cubicBezTo>
                    <a:pt x="220" y="3861"/>
                    <a:pt x="1095" y="14051"/>
                    <a:pt x="1095" y="15177"/>
                  </a:cubicBezTo>
                  <a:cubicBezTo>
                    <a:pt x="1095" y="15567"/>
                    <a:pt x="498" y="19681"/>
                    <a:pt x="660" y="20024"/>
                  </a:cubicBezTo>
                  <a:cubicBezTo>
                    <a:pt x="1042" y="20662"/>
                    <a:pt x="2137" y="20953"/>
                    <a:pt x="2954" y="21051"/>
                  </a:cubicBezTo>
                  <a:cubicBezTo>
                    <a:pt x="6081" y="21389"/>
                    <a:pt x="10114" y="21600"/>
                    <a:pt x="13560" y="21600"/>
                  </a:cubicBezTo>
                  <a:cubicBezTo>
                    <a:pt x="17106" y="21600"/>
                    <a:pt x="20034" y="21379"/>
                    <a:pt x="20725" y="20859"/>
                  </a:cubicBezTo>
                  <a:cubicBezTo>
                    <a:pt x="21600" y="19146"/>
                    <a:pt x="19688" y="16988"/>
                    <a:pt x="17881" y="16252"/>
                  </a:cubicBezTo>
                  <a:cubicBezTo>
                    <a:pt x="16027" y="15468"/>
                    <a:pt x="10994" y="15177"/>
                    <a:pt x="10664" y="14736"/>
                  </a:cubicBezTo>
                  <a:cubicBezTo>
                    <a:pt x="10501" y="14488"/>
                    <a:pt x="11811" y="42"/>
                    <a:pt x="11596" y="42"/>
                  </a:cubicBezTo>
                  <a:cubicBezTo>
                    <a:pt x="10873" y="75"/>
                    <a:pt x="10103" y="84"/>
                    <a:pt x="9297" y="84"/>
                  </a:cubicBezTo>
                  <a:cubicBezTo>
                    <a:pt x="7076" y="84"/>
                    <a:pt x="4620" y="0"/>
                    <a:pt x="2378" y="0"/>
                  </a:cubicBez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58" name="Google Shape;274;p29"/>
            <p:cNvSpPr/>
            <p:nvPr/>
          </p:nvSpPr>
          <p:spPr>
            <a:xfrm>
              <a:off x="385972" y="486480"/>
              <a:ext cx="809591" cy="12067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57" h="21600" fill="norm" stroke="1" extrusionOk="0">
                  <a:moveTo>
                    <a:pt x="8098" y="0"/>
                  </a:moveTo>
                  <a:cubicBezTo>
                    <a:pt x="7814" y="0"/>
                    <a:pt x="7527" y="2"/>
                    <a:pt x="7235" y="9"/>
                  </a:cubicBezTo>
                  <a:cubicBezTo>
                    <a:pt x="5184" y="68"/>
                    <a:pt x="3402" y="239"/>
                    <a:pt x="1054" y="722"/>
                  </a:cubicBezTo>
                  <a:cubicBezTo>
                    <a:pt x="161" y="893"/>
                    <a:pt x="539" y="2259"/>
                    <a:pt x="353" y="2912"/>
                  </a:cubicBezTo>
                  <a:cubicBezTo>
                    <a:pt x="-1243" y="8640"/>
                    <a:pt x="3104" y="15385"/>
                    <a:pt x="2781" y="21188"/>
                  </a:cubicBezTo>
                  <a:cubicBezTo>
                    <a:pt x="2766" y="21410"/>
                    <a:pt x="6316" y="21600"/>
                    <a:pt x="10372" y="21600"/>
                  </a:cubicBezTo>
                  <a:cubicBezTo>
                    <a:pt x="14041" y="21600"/>
                    <a:pt x="18125" y="21445"/>
                    <a:pt x="20357" y="21016"/>
                  </a:cubicBezTo>
                  <a:cubicBezTo>
                    <a:pt x="20114" y="14943"/>
                    <a:pt x="20008" y="12445"/>
                    <a:pt x="20194" y="7467"/>
                  </a:cubicBezTo>
                  <a:cubicBezTo>
                    <a:pt x="20277" y="5602"/>
                    <a:pt x="18629" y="624"/>
                    <a:pt x="18332" y="492"/>
                  </a:cubicBezTo>
                  <a:cubicBezTo>
                    <a:pt x="18073" y="361"/>
                    <a:pt x="16356" y="105"/>
                    <a:pt x="15942" y="105"/>
                  </a:cubicBezTo>
                  <a:cubicBezTo>
                    <a:pt x="15927" y="105"/>
                    <a:pt x="15914" y="105"/>
                    <a:pt x="15904" y="107"/>
                  </a:cubicBezTo>
                  <a:cubicBezTo>
                    <a:pt x="15327" y="158"/>
                    <a:pt x="14735" y="179"/>
                    <a:pt x="14124" y="179"/>
                  </a:cubicBezTo>
                  <a:cubicBezTo>
                    <a:pt x="12285" y="179"/>
                    <a:pt x="10286" y="0"/>
                    <a:pt x="8098" y="0"/>
                  </a:cubicBezTo>
                  <a:close/>
                </a:path>
              </a:pathLst>
            </a:custGeom>
            <a:solidFill>
              <a:srgbClr val="A3137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59" name="Google Shape;275;p29"/>
            <p:cNvSpPr/>
            <p:nvPr/>
          </p:nvSpPr>
          <p:spPr>
            <a:xfrm>
              <a:off x="848752" y="611546"/>
              <a:ext cx="50073" cy="13973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7976" h="21600" fill="norm" stroke="1" extrusionOk="0">
                  <a:moveTo>
                    <a:pt x="2548" y="0"/>
                  </a:moveTo>
                  <a:cubicBezTo>
                    <a:pt x="1255" y="0"/>
                    <a:pt x="0" y="33"/>
                    <a:pt x="0" y="100"/>
                  </a:cubicBezTo>
                  <a:cubicBezTo>
                    <a:pt x="10818" y="7237"/>
                    <a:pt x="13108" y="13827"/>
                    <a:pt x="4652" y="20980"/>
                  </a:cubicBezTo>
                  <a:cubicBezTo>
                    <a:pt x="4246" y="21079"/>
                    <a:pt x="5760" y="21511"/>
                    <a:pt x="7311" y="21594"/>
                  </a:cubicBezTo>
                  <a:cubicBezTo>
                    <a:pt x="7385" y="21597"/>
                    <a:pt x="7495" y="21600"/>
                    <a:pt x="7569" y="21600"/>
                  </a:cubicBezTo>
                  <a:cubicBezTo>
                    <a:pt x="9083" y="21600"/>
                    <a:pt x="11188" y="21056"/>
                    <a:pt x="11594" y="20947"/>
                  </a:cubicBezTo>
                  <a:cubicBezTo>
                    <a:pt x="20418" y="13843"/>
                    <a:pt x="21600" y="7204"/>
                    <a:pt x="5391" y="100"/>
                  </a:cubicBezTo>
                  <a:cubicBezTo>
                    <a:pt x="5206" y="33"/>
                    <a:pt x="3877" y="0"/>
                    <a:pt x="2548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60" name="Google Shape;276;p29"/>
            <p:cNvSpPr/>
            <p:nvPr/>
          </p:nvSpPr>
          <p:spPr>
            <a:xfrm>
              <a:off x="491035" y="1650845"/>
              <a:ext cx="709761" cy="573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2" h="21600" fill="norm" stroke="1" extrusionOk="0">
                  <a:moveTo>
                    <a:pt x="21369" y="0"/>
                  </a:moveTo>
                  <a:cubicBezTo>
                    <a:pt x="21363" y="0"/>
                    <a:pt x="21357" y="0"/>
                    <a:pt x="21354" y="39"/>
                  </a:cubicBezTo>
                  <a:cubicBezTo>
                    <a:pt x="17974" y="6929"/>
                    <a:pt x="13632" y="12310"/>
                    <a:pt x="9209" y="12310"/>
                  </a:cubicBezTo>
                  <a:cubicBezTo>
                    <a:pt x="6135" y="12310"/>
                    <a:pt x="3024" y="9716"/>
                    <a:pt x="168" y="3252"/>
                  </a:cubicBezTo>
                  <a:cubicBezTo>
                    <a:pt x="69" y="3252"/>
                    <a:pt x="37" y="4877"/>
                    <a:pt x="6" y="6503"/>
                  </a:cubicBezTo>
                  <a:cubicBezTo>
                    <a:pt x="-25" y="9329"/>
                    <a:pt x="69" y="10142"/>
                    <a:pt x="69" y="10142"/>
                  </a:cubicBezTo>
                  <a:cubicBezTo>
                    <a:pt x="4059" y="18465"/>
                    <a:pt x="7151" y="21600"/>
                    <a:pt x="9860" y="21600"/>
                  </a:cubicBezTo>
                  <a:cubicBezTo>
                    <a:pt x="13981" y="21600"/>
                    <a:pt x="17211" y="14361"/>
                    <a:pt x="21354" y="7277"/>
                  </a:cubicBezTo>
                  <a:cubicBezTo>
                    <a:pt x="21575" y="6929"/>
                    <a:pt x="21550" y="0"/>
                    <a:pt x="21369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61" name="Google Shape;277;p29"/>
            <p:cNvSpPr/>
            <p:nvPr/>
          </p:nvSpPr>
          <p:spPr>
            <a:xfrm>
              <a:off x="1105061" y="507050"/>
              <a:ext cx="85791" cy="4588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69" h="21600" fill="norm" stroke="1" extrusionOk="0">
                  <a:moveTo>
                    <a:pt x="376" y="0"/>
                  </a:moveTo>
                  <a:cubicBezTo>
                    <a:pt x="45" y="0"/>
                    <a:pt x="-96" y="34"/>
                    <a:pt x="69" y="121"/>
                  </a:cubicBezTo>
                  <a:cubicBezTo>
                    <a:pt x="13628" y="6895"/>
                    <a:pt x="17071" y="14172"/>
                    <a:pt x="19028" y="21397"/>
                  </a:cubicBezTo>
                  <a:cubicBezTo>
                    <a:pt x="19028" y="21542"/>
                    <a:pt x="19052" y="21600"/>
                    <a:pt x="19075" y="21600"/>
                  </a:cubicBezTo>
                  <a:cubicBezTo>
                    <a:pt x="19146" y="21600"/>
                    <a:pt x="19264" y="21106"/>
                    <a:pt x="19264" y="20690"/>
                  </a:cubicBezTo>
                  <a:cubicBezTo>
                    <a:pt x="21504" y="13616"/>
                    <a:pt x="14100" y="4566"/>
                    <a:pt x="5964" y="775"/>
                  </a:cubicBezTo>
                  <a:cubicBezTo>
                    <a:pt x="5398" y="499"/>
                    <a:pt x="1602" y="0"/>
                    <a:pt x="376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62" name="Google Shape;278;p29"/>
            <p:cNvSpPr/>
            <p:nvPr/>
          </p:nvSpPr>
          <p:spPr>
            <a:xfrm>
              <a:off x="523020" y="1333758"/>
              <a:ext cx="196651" cy="373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06" h="21600" fill="norm" stroke="1" extrusionOk="0">
                  <a:moveTo>
                    <a:pt x="11262" y="0"/>
                  </a:moveTo>
                  <a:cubicBezTo>
                    <a:pt x="7894" y="0"/>
                    <a:pt x="4473" y="1726"/>
                    <a:pt x="1384" y="2737"/>
                  </a:cubicBezTo>
                  <a:cubicBezTo>
                    <a:pt x="-364" y="3927"/>
                    <a:pt x="-514" y="18268"/>
                    <a:pt x="1266" y="18268"/>
                  </a:cubicBezTo>
                  <a:cubicBezTo>
                    <a:pt x="1309" y="18268"/>
                    <a:pt x="1341" y="18268"/>
                    <a:pt x="1384" y="18268"/>
                  </a:cubicBezTo>
                  <a:cubicBezTo>
                    <a:pt x="1652" y="18208"/>
                    <a:pt x="1921" y="18208"/>
                    <a:pt x="2199" y="18208"/>
                  </a:cubicBezTo>
                  <a:cubicBezTo>
                    <a:pt x="6586" y="18208"/>
                    <a:pt x="11155" y="21600"/>
                    <a:pt x="15606" y="21600"/>
                  </a:cubicBezTo>
                  <a:cubicBezTo>
                    <a:pt x="16807" y="21600"/>
                    <a:pt x="18008" y="21362"/>
                    <a:pt x="19188" y="20707"/>
                  </a:cubicBezTo>
                  <a:cubicBezTo>
                    <a:pt x="20646" y="19517"/>
                    <a:pt x="21086" y="8331"/>
                    <a:pt x="19520" y="5236"/>
                  </a:cubicBezTo>
                  <a:cubicBezTo>
                    <a:pt x="16957" y="1250"/>
                    <a:pt x="14126" y="0"/>
                    <a:pt x="11262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63" name="Google Shape;279;p29"/>
            <p:cNvSpPr/>
            <p:nvPr/>
          </p:nvSpPr>
          <p:spPr>
            <a:xfrm>
              <a:off x="529245" y="1415318"/>
              <a:ext cx="149957" cy="374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30" h="21600" fill="norm" stroke="1" extrusionOk="0">
                  <a:moveTo>
                    <a:pt x="10413" y="0"/>
                  </a:moveTo>
                  <a:cubicBezTo>
                    <a:pt x="7316" y="0"/>
                    <a:pt x="4190" y="1602"/>
                    <a:pt x="1711" y="2730"/>
                  </a:cubicBezTo>
                  <a:cubicBezTo>
                    <a:pt x="-499" y="3976"/>
                    <a:pt x="-640" y="18870"/>
                    <a:pt x="1711" y="18870"/>
                  </a:cubicBezTo>
                  <a:cubicBezTo>
                    <a:pt x="4936" y="18870"/>
                    <a:pt x="8020" y="18870"/>
                    <a:pt x="11117" y="19464"/>
                  </a:cubicBezTo>
                  <a:cubicBezTo>
                    <a:pt x="12920" y="20235"/>
                    <a:pt x="14722" y="21600"/>
                    <a:pt x="16539" y="21600"/>
                  </a:cubicBezTo>
                  <a:cubicBezTo>
                    <a:pt x="17524" y="21600"/>
                    <a:pt x="18510" y="21185"/>
                    <a:pt x="19482" y="20116"/>
                  </a:cubicBezTo>
                  <a:cubicBezTo>
                    <a:pt x="20664" y="18218"/>
                    <a:pt x="20960" y="11453"/>
                    <a:pt x="19777" y="8960"/>
                  </a:cubicBezTo>
                  <a:cubicBezTo>
                    <a:pt x="17369" y="2018"/>
                    <a:pt x="13920" y="0"/>
                    <a:pt x="10413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64" name="Google Shape;280;p29"/>
            <p:cNvSpPr/>
            <p:nvPr/>
          </p:nvSpPr>
          <p:spPr>
            <a:xfrm>
              <a:off x="540067" y="1488342"/>
              <a:ext cx="89863" cy="40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476" h="21600" fill="norm" stroke="1" extrusionOk="0">
                  <a:moveTo>
                    <a:pt x="3262" y="0"/>
                  </a:moveTo>
                  <a:cubicBezTo>
                    <a:pt x="-305" y="0"/>
                    <a:pt x="-1464" y="13405"/>
                    <a:pt x="2437" y="15522"/>
                  </a:cubicBezTo>
                  <a:cubicBezTo>
                    <a:pt x="5000" y="16661"/>
                    <a:pt x="7564" y="18398"/>
                    <a:pt x="10127" y="19538"/>
                  </a:cubicBezTo>
                  <a:cubicBezTo>
                    <a:pt x="11888" y="20297"/>
                    <a:pt x="13649" y="21600"/>
                    <a:pt x="15343" y="21600"/>
                  </a:cubicBezTo>
                  <a:cubicBezTo>
                    <a:pt x="16101" y="21600"/>
                    <a:pt x="16859" y="21329"/>
                    <a:pt x="17573" y="20623"/>
                  </a:cubicBezTo>
                  <a:cubicBezTo>
                    <a:pt x="19445" y="18941"/>
                    <a:pt x="20136" y="13839"/>
                    <a:pt x="18732" y="9877"/>
                  </a:cubicBezTo>
                  <a:cubicBezTo>
                    <a:pt x="16859" y="5319"/>
                    <a:pt x="14541" y="4776"/>
                    <a:pt x="12000" y="3636"/>
                  </a:cubicBezTo>
                  <a:cubicBezTo>
                    <a:pt x="9414" y="2496"/>
                    <a:pt x="6628" y="1357"/>
                    <a:pt x="4086" y="271"/>
                  </a:cubicBezTo>
                  <a:cubicBezTo>
                    <a:pt x="3797" y="109"/>
                    <a:pt x="3507" y="0"/>
                    <a:pt x="3262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65" name="Google Shape;281;p29"/>
            <p:cNvSpPr/>
            <p:nvPr/>
          </p:nvSpPr>
          <p:spPr>
            <a:xfrm>
              <a:off x="559130" y="1545526"/>
              <a:ext cx="77024" cy="341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513" h="21600" fill="norm" stroke="1" extrusionOk="0">
                  <a:moveTo>
                    <a:pt x="3282" y="0"/>
                  </a:moveTo>
                  <a:cubicBezTo>
                    <a:pt x="-653" y="0"/>
                    <a:pt x="-1278" y="17176"/>
                    <a:pt x="2656" y="18477"/>
                  </a:cubicBezTo>
                  <a:cubicBezTo>
                    <a:pt x="6070" y="19843"/>
                    <a:pt x="9509" y="21600"/>
                    <a:pt x="12922" y="21600"/>
                  </a:cubicBezTo>
                  <a:cubicBezTo>
                    <a:pt x="14407" y="21600"/>
                    <a:pt x="15867" y="21275"/>
                    <a:pt x="17352" y="20494"/>
                  </a:cubicBezTo>
                  <a:cubicBezTo>
                    <a:pt x="19775" y="19128"/>
                    <a:pt x="20322" y="9629"/>
                    <a:pt x="18159" y="6896"/>
                  </a:cubicBezTo>
                  <a:cubicBezTo>
                    <a:pt x="13808" y="1431"/>
                    <a:pt x="8649" y="1431"/>
                    <a:pt x="3751" y="65"/>
                  </a:cubicBezTo>
                  <a:cubicBezTo>
                    <a:pt x="3594" y="65"/>
                    <a:pt x="3438" y="0"/>
                    <a:pt x="3282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66" name="Google Shape;282;p29"/>
            <p:cNvSpPr/>
            <p:nvPr/>
          </p:nvSpPr>
          <p:spPr>
            <a:xfrm>
              <a:off x="516161" y="1253741"/>
              <a:ext cx="87295" cy="309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949" h="21600" fill="norm" stroke="1" extrusionOk="0">
                  <a:moveTo>
                    <a:pt x="11088" y="0"/>
                  </a:moveTo>
                  <a:cubicBezTo>
                    <a:pt x="8432" y="0"/>
                    <a:pt x="5706" y="1076"/>
                    <a:pt x="3120" y="1435"/>
                  </a:cubicBezTo>
                  <a:cubicBezTo>
                    <a:pt x="-1040" y="2225"/>
                    <a:pt x="-1040" y="20165"/>
                    <a:pt x="3120" y="20165"/>
                  </a:cubicBezTo>
                  <a:cubicBezTo>
                    <a:pt x="5706" y="20524"/>
                    <a:pt x="8432" y="21600"/>
                    <a:pt x="11088" y="21600"/>
                  </a:cubicBezTo>
                  <a:cubicBezTo>
                    <a:pt x="13509" y="21600"/>
                    <a:pt x="15883" y="20739"/>
                    <a:pt x="18116" y="17868"/>
                  </a:cubicBezTo>
                  <a:cubicBezTo>
                    <a:pt x="20560" y="14926"/>
                    <a:pt x="20560" y="6674"/>
                    <a:pt x="18116" y="3732"/>
                  </a:cubicBezTo>
                  <a:cubicBezTo>
                    <a:pt x="15883" y="861"/>
                    <a:pt x="13509" y="0"/>
                    <a:pt x="11088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67" name="Google Shape;283;p29"/>
            <p:cNvSpPr/>
            <p:nvPr/>
          </p:nvSpPr>
          <p:spPr>
            <a:xfrm>
              <a:off x="514563" y="533482"/>
              <a:ext cx="231587" cy="1393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46" h="21600" fill="norm" stroke="1" extrusionOk="0">
                  <a:moveTo>
                    <a:pt x="843" y="0"/>
                  </a:moveTo>
                  <a:cubicBezTo>
                    <a:pt x="245" y="0"/>
                    <a:pt x="-325" y="1323"/>
                    <a:pt x="217" y="2120"/>
                  </a:cubicBezTo>
                  <a:cubicBezTo>
                    <a:pt x="5591" y="10282"/>
                    <a:pt x="13003" y="20261"/>
                    <a:pt x="20228" y="21600"/>
                  </a:cubicBezTo>
                  <a:cubicBezTo>
                    <a:pt x="20256" y="21600"/>
                    <a:pt x="20294" y="21600"/>
                    <a:pt x="20322" y="21600"/>
                  </a:cubicBezTo>
                  <a:cubicBezTo>
                    <a:pt x="21116" y="21600"/>
                    <a:pt x="21275" y="19735"/>
                    <a:pt x="20705" y="19097"/>
                  </a:cubicBezTo>
                  <a:cubicBezTo>
                    <a:pt x="17686" y="15941"/>
                    <a:pt x="14172" y="14427"/>
                    <a:pt x="11050" y="11605"/>
                  </a:cubicBezTo>
                  <a:cubicBezTo>
                    <a:pt x="7535" y="8433"/>
                    <a:pt x="4320" y="4623"/>
                    <a:pt x="1292" y="287"/>
                  </a:cubicBezTo>
                  <a:cubicBezTo>
                    <a:pt x="1152" y="96"/>
                    <a:pt x="1002" y="0"/>
                    <a:pt x="843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68" name="Google Shape;284;p29"/>
            <p:cNvSpPr/>
            <p:nvPr/>
          </p:nvSpPr>
          <p:spPr>
            <a:xfrm>
              <a:off x="539192" y="618437"/>
              <a:ext cx="137249" cy="801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45" h="21600" fill="norm" stroke="1" extrusionOk="0">
                  <a:moveTo>
                    <a:pt x="1476" y="0"/>
                  </a:moveTo>
                  <a:cubicBezTo>
                    <a:pt x="136" y="0"/>
                    <a:pt x="-649" y="3743"/>
                    <a:pt x="706" y="5684"/>
                  </a:cubicBezTo>
                  <a:cubicBezTo>
                    <a:pt x="6002" y="12616"/>
                    <a:pt x="12591" y="20435"/>
                    <a:pt x="19334" y="21600"/>
                  </a:cubicBezTo>
                  <a:cubicBezTo>
                    <a:pt x="20628" y="21600"/>
                    <a:pt x="20951" y="18411"/>
                    <a:pt x="19981" y="17247"/>
                  </a:cubicBezTo>
                  <a:cubicBezTo>
                    <a:pt x="17087" y="14086"/>
                    <a:pt x="13884" y="12339"/>
                    <a:pt x="10821" y="9732"/>
                  </a:cubicBezTo>
                  <a:cubicBezTo>
                    <a:pt x="7772" y="7126"/>
                    <a:pt x="5032" y="3937"/>
                    <a:pt x="2307" y="471"/>
                  </a:cubicBezTo>
                  <a:cubicBezTo>
                    <a:pt x="2014" y="139"/>
                    <a:pt x="1737" y="0"/>
                    <a:pt x="1476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69" name="Google Shape;285;p29"/>
            <p:cNvSpPr/>
            <p:nvPr/>
          </p:nvSpPr>
          <p:spPr>
            <a:xfrm>
              <a:off x="567587" y="706682"/>
              <a:ext cx="85354" cy="415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548" h="21600" fill="norm" stroke="1" extrusionOk="0">
                  <a:moveTo>
                    <a:pt x="2820" y="0"/>
                  </a:moveTo>
                  <a:cubicBezTo>
                    <a:pt x="-218" y="0"/>
                    <a:pt x="-1231" y="11067"/>
                    <a:pt x="1949" y="13634"/>
                  </a:cubicBezTo>
                  <a:cubicBezTo>
                    <a:pt x="6212" y="16200"/>
                    <a:pt x="11347" y="21600"/>
                    <a:pt x="16153" y="21600"/>
                  </a:cubicBezTo>
                  <a:cubicBezTo>
                    <a:pt x="16577" y="21600"/>
                    <a:pt x="17001" y="21547"/>
                    <a:pt x="17425" y="21440"/>
                  </a:cubicBezTo>
                  <a:cubicBezTo>
                    <a:pt x="19639" y="21440"/>
                    <a:pt x="20369" y="15291"/>
                    <a:pt x="18414" y="11923"/>
                  </a:cubicBezTo>
                  <a:cubicBezTo>
                    <a:pt x="14480" y="5240"/>
                    <a:pt x="8332" y="3582"/>
                    <a:pt x="3645" y="267"/>
                  </a:cubicBezTo>
                  <a:cubicBezTo>
                    <a:pt x="3362" y="53"/>
                    <a:pt x="3080" y="0"/>
                    <a:pt x="2820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70" name="Google Shape;286;p29"/>
            <p:cNvSpPr/>
            <p:nvPr/>
          </p:nvSpPr>
          <p:spPr>
            <a:xfrm>
              <a:off x="928825" y="632733"/>
              <a:ext cx="83257" cy="371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937" h="21600" fill="norm" stroke="1" extrusionOk="0">
                  <a:moveTo>
                    <a:pt x="14764" y="0"/>
                  </a:moveTo>
                  <a:cubicBezTo>
                    <a:pt x="10479" y="0"/>
                    <a:pt x="5971" y="4727"/>
                    <a:pt x="2154" y="7060"/>
                  </a:cubicBezTo>
                  <a:cubicBezTo>
                    <a:pt x="-1442" y="9394"/>
                    <a:pt x="-112" y="21600"/>
                    <a:pt x="3041" y="21600"/>
                  </a:cubicBezTo>
                  <a:cubicBezTo>
                    <a:pt x="3262" y="21600"/>
                    <a:pt x="3484" y="21540"/>
                    <a:pt x="3706" y="21420"/>
                  </a:cubicBezTo>
                  <a:cubicBezTo>
                    <a:pt x="8607" y="19566"/>
                    <a:pt x="15799" y="19566"/>
                    <a:pt x="19394" y="9573"/>
                  </a:cubicBezTo>
                  <a:cubicBezTo>
                    <a:pt x="20158" y="7659"/>
                    <a:pt x="20158" y="3351"/>
                    <a:pt x="19124" y="2094"/>
                  </a:cubicBezTo>
                  <a:cubicBezTo>
                    <a:pt x="17744" y="598"/>
                    <a:pt x="16267" y="0"/>
                    <a:pt x="14764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71" name="Google Shape;287;p29"/>
            <p:cNvSpPr/>
            <p:nvPr/>
          </p:nvSpPr>
          <p:spPr>
            <a:xfrm>
              <a:off x="924192" y="725298"/>
              <a:ext cx="59063" cy="257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36" h="21600" fill="norm" stroke="1" extrusionOk="0">
                  <a:moveTo>
                    <a:pt x="13097" y="0"/>
                  </a:moveTo>
                  <a:cubicBezTo>
                    <a:pt x="12220" y="0"/>
                    <a:pt x="11344" y="86"/>
                    <a:pt x="10502" y="86"/>
                  </a:cubicBezTo>
                  <a:cubicBezTo>
                    <a:pt x="7977" y="1037"/>
                    <a:pt x="5032" y="1037"/>
                    <a:pt x="2472" y="1901"/>
                  </a:cubicBezTo>
                  <a:cubicBezTo>
                    <a:pt x="-824" y="3629"/>
                    <a:pt x="-824" y="17194"/>
                    <a:pt x="2472" y="19008"/>
                  </a:cubicBezTo>
                  <a:cubicBezTo>
                    <a:pt x="5032" y="20822"/>
                    <a:pt x="7977" y="20822"/>
                    <a:pt x="10502" y="20822"/>
                  </a:cubicBezTo>
                  <a:cubicBezTo>
                    <a:pt x="11659" y="21254"/>
                    <a:pt x="12886" y="21600"/>
                    <a:pt x="14114" y="21600"/>
                  </a:cubicBezTo>
                  <a:cubicBezTo>
                    <a:pt x="15586" y="21600"/>
                    <a:pt x="17024" y="20995"/>
                    <a:pt x="18216" y="19008"/>
                  </a:cubicBezTo>
                  <a:cubicBezTo>
                    <a:pt x="20776" y="14515"/>
                    <a:pt x="20776" y="6394"/>
                    <a:pt x="18216" y="2765"/>
                  </a:cubicBezTo>
                  <a:cubicBezTo>
                    <a:pt x="16744" y="346"/>
                    <a:pt x="14920" y="0"/>
                    <a:pt x="13097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72" name="Google Shape;288;p29"/>
            <p:cNvSpPr/>
            <p:nvPr/>
          </p:nvSpPr>
          <p:spPr>
            <a:xfrm>
              <a:off x="928229" y="806961"/>
              <a:ext cx="60606" cy="268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012" h="21600" fill="norm" stroke="1" extrusionOk="0">
                  <a:moveTo>
                    <a:pt x="4254" y="0"/>
                  </a:moveTo>
                  <a:cubicBezTo>
                    <a:pt x="-1418" y="0"/>
                    <a:pt x="-1418" y="21600"/>
                    <a:pt x="4254" y="21600"/>
                  </a:cubicBezTo>
                  <a:lnTo>
                    <a:pt x="12405" y="21600"/>
                  </a:lnTo>
                  <a:cubicBezTo>
                    <a:pt x="15224" y="21600"/>
                    <a:pt x="17737" y="21600"/>
                    <a:pt x="19503" y="14731"/>
                  </a:cubicBezTo>
                  <a:cubicBezTo>
                    <a:pt x="20182" y="12083"/>
                    <a:pt x="20182" y="8607"/>
                    <a:pt x="19503" y="6952"/>
                  </a:cubicBezTo>
                  <a:cubicBezTo>
                    <a:pt x="17737" y="0"/>
                    <a:pt x="15224" y="0"/>
                    <a:pt x="12405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73" name="Google Shape;289;p29"/>
            <p:cNvSpPr/>
            <p:nvPr/>
          </p:nvSpPr>
          <p:spPr>
            <a:xfrm>
              <a:off x="939980" y="876590"/>
              <a:ext cx="47235" cy="261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66" h="21600" fill="norm" stroke="1" extrusionOk="0">
                  <a:moveTo>
                    <a:pt x="6390" y="0"/>
                  </a:moveTo>
                  <a:cubicBezTo>
                    <a:pt x="3015" y="0"/>
                    <a:pt x="0" y="3657"/>
                    <a:pt x="0" y="10800"/>
                  </a:cubicBezTo>
                  <a:cubicBezTo>
                    <a:pt x="0" y="18028"/>
                    <a:pt x="3060" y="21600"/>
                    <a:pt x="6435" y="21600"/>
                  </a:cubicBezTo>
                  <a:cubicBezTo>
                    <a:pt x="6795" y="21600"/>
                    <a:pt x="7155" y="21600"/>
                    <a:pt x="7515" y="21515"/>
                  </a:cubicBezTo>
                  <a:cubicBezTo>
                    <a:pt x="10845" y="20580"/>
                    <a:pt x="14580" y="19729"/>
                    <a:pt x="17865" y="17943"/>
                  </a:cubicBezTo>
                  <a:cubicBezTo>
                    <a:pt x="21600" y="16157"/>
                    <a:pt x="21600" y="6378"/>
                    <a:pt x="17865" y="3742"/>
                  </a:cubicBezTo>
                  <a:cubicBezTo>
                    <a:pt x="14580" y="1956"/>
                    <a:pt x="10845" y="1020"/>
                    <a:pt x="7515" y="170"/>
                  </a:cubicBezTo>
                  <a:cubicBezTo>
                    <a:pt x="7155" y="85"/>
                    <a:pt x="6750" y="0"/>
                    <a:pt x="6390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74" name="Google Shape;290;p29"/>
            <p:cNvSpPr/>
            <p:nvPr/>
          </p:nvSpPr>
          <p:spPr>
            <a:xfrm>
              <a:off x="942448" y="1590472"/>
              <a:ext cx="91564" cy="285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57" h="21600" fill="norm" stroke="1" extrusionOk="0">
                  <a:moveTo>
                    <a:pt x="14615" y="0"/>
                  </a:moveTo>
                  <a:cubicBezTo>
                    <a:pt x="13558" y="0"/>
                    <a:pt x="12501" y="233"/>
                    <a:pt x="11444" y="233"/>
                  </a:cubicBezTo>
                  <a:cubicBezTo>
                    <a:pt x="8342" y="1088"/>
                    <a:pt x="5469" y="1865"/>
                    <a:pt x="2344" y="2719"/>
                  </a:cubicBezTo>
                  <a:cubicBezTo>
                    <a:pt x="-781" y="3496"/>
                    <a:pt x="-781" y="18104"/>
                    <a:pt x="2344" y="18881"/>
                  </a:cubicBezTo>
                  <a:cubicBezTo>
                    <a:pt x="5469" y="19658"/>
                    <a:pt x="8342" y="20512"/>
                    <a:pt x="11444" y="21289"/>
                  </a:cubicBezTo>
                  <a:cubicBezTo>
                    <a:pt x="12501" y="21289"/>
                    <a:pt x="13558" y="21600"/>
                    <a:pt x="14615" y="21600"/>
                  </a:cubicBezTo>
                  <a:cubicBezTo>
                    <a:pt x="16200" y="21600"/>
                    <a:pt x="17786" y="20978"/>
                    <a:pt x="19371" y="18104"/>
                  </a:cubicBezTo>
                  <a:cubicBezTo>
                    <a:pt x="20819" y="14840"/>
                    <a:pt x="20819" y="6682"/>
                    <a:pt x="19371" y="3496"/>
                  </a:cubicBezTo>
                  <a:cubicBezTo>
                    <a:pt x="17786" y="544"/>
                    <a:pt x="16200" y="0"/>
                    <a:pt x="14615" y="0"/>
                  </a:cubicBezTo>
                  <a:close/>
                </a:path>
              </a:pathLst>
            </a:custGeom>
            <a:solidFill>
              <a:srgbClr val="820C0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75" name="Google Shape;291;p29"/>
            <p:cNvSpPr/>
            <p:nvPr/>
          </p:nvSpPr>
          <p:spPr>
            <a:xfrm>
              <a:off x="935480" y="1515186"/>
              <a:ext cx="73513" cy="277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998" h="21600" fill="norm" stroke="1" extrusionOk="0">
                  <a:moveTo>
                    <a:pt x="14598" y="0"/>
                  </a:moveTo>
                  <a:cubicBezTo>
                    <a:pt x="13507" y="0"/>
                    <a:pt x="12332" y="320"/>
                    <a:pt x="11157" y="320"/>
                  </a:cubicBezTo>
                  <a:cubicBezTo>
                    <a:pt x="8555" y="320"/>
                    <a:pt x="5897" y="320"/>
                    <a:pt x="3295" y="1200"/>
                  </a:cubicBezTo>
                  <a:cubicBezTo>
                    <a:pt x="-1098" y="1200"/>
                    <a:pt x="-1098" y="19600"/>
                    <a:pt x="3295" y="20400"/>
                  </a:cubicBezTo>
                  <a:cubicBezTo>
                    <a:pt x="5897" y="20400"/>
                    <a:pt x="8555" y="20400"/>
                    <a:pt x="11157" y="21280"/>
                  </a:cubicBezTo>
                  <a:cubicBezTo>
                    <a:pt x="12332" y="21280"/>
                    <a:pt x="13507" y="21600"/>
                    <a:pt x="14598" y="21600"/>
                  </a:cubicBezTo>
                  <a:cubicBezTo>
                    <a:pt x="15997" y="21600"/>
                    <a:pt x="17340" y="21040"/>
                    <a:pt x="18487" y="18720"/>
                  </a:cubicBezTo>
                  <a:cubicBezTo>
                    <a:pt x="20502" y="14560"/>
                    <a:pt x="20502" y="6240"/>
                    <a:pt x="18487" y="2880"/>
                  </a:cubicBezTo>
                  <a:cubicBezTo>
                    <a:pt x="17340" y="560"/>
                    <a:pt x="15997" y="0"/>
                    <a:pt x="14598" y="0"/>
                  </a:cubicBezTo>
                  <a:close/>
                </a:path>
              </a:pathLst>
            </a:custGeom>
            <a:solidFill>
              <a:srgbClr val="820C0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76" name="Google Shape;292;p29"/>
            <p:cNvSpPr/>
            <p:nvPr/>
          </p:nvSpPr>
          <p:spPr>
            <a:xfrm>
              <a:off x="946434" y="1426529"/>
              <a:ext cx="48906" cy="273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70" h="21600" fill="norm" stroke="1" extrusionOk="0">
                  <a:moveTo>
                    <a:pt x="5076" y="0"/>
                  </a:moveTo>
                  <a:cubicBezTo>
                    <a:pt x="-1692" y="0"/>
                    <a:pt x="-1692" y="21194"/>
                    <a:pt x="5076" y="21194"/>
                  </a:cubicBezTo>
                  <a:cubicBezTo>
                    <a:pt x="6413" y="21438"/>
                    <a:pt x="7669" y="21600"/>
                    <a:pt x="8966" y="21600"/>
                  </a:cubicBezTo>
                  <a:cubicBezTo>
                    <a:pt x="11722" y="21600"/>
                    <a:pt x="14478" y="20707"/>
                    <a:pt x="17355" y="17783"/>
                  </a:cubicBezTo>
                  <a:cubicBezTo>
                    <a:pt x="19908" y="15266"/>
                    <a:pt x="19908" y="6821"/>
                    <a:pt x="17355" y="4223"/>
                  </a:cubicBezTo>
                  <a:cubicBezTo>
                    <a:pt x="13140" y="0"/>
                    <a:pt x="9331" y="0"/>
                    <a:pt x="5076" y="0"/>
                  </a:cubicBezTo>
                  <a:close/>
                </a:path>
              </a:pathLst>
            </a:custGeom>
            <a:solidFill>
              <a:srgbClr val="820C0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77" name="Google Shape;293;p29"/>
            <p:cNvSpPr/>
            <p:nvPr/>
          </p:nvSpPr>
          <p:spPr>
            <a:xfrm>
              <a:off x="554601" y="0"/>
              <a:ext cx="463854" cy="6194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1739" y="0"/>
                  </a:moveTo>
                  <a:cubicBezTo>
                    <a:pt x="8453" y="0"/>
                    <a:pt x="5115" y="1065"/>
                    <a:pt x="3448" y="3055"/>
                  </a:cubicBezTo>
                  <a:cubicBezTo>
                    <a:pt x="48" y="7061"/>
                    <a:pt x="1801" y="11813"/>
                    <a:pt x="3046" y="16231"/>
                  </a:cubicBezTo>
                  <a:cubicBezTo>
                    <a:pt x="3400" y="17020"/>
                    <a:pt x="1446" y="17096"/>
                    <a:pt x="0" y="17393"/>
                  </a:cubicBezTo>
                  <a:cubicBezTo>
                    <a:pt x="1446" y="18892"/>
                    <a:pt x="4598" y="20277"/>
                    <a:pt x="6600" y="20800"/>
                  </a:cubicBezTo>
                  <a:cubicBezTo>
                    <a:pt x="8645" y="21331"/>
                    <a:pt x="10968" y="21600"/>
                    <a:pt x="13142" y="21600"/>
                  </a:cubicBezTo>
                  <a:cubicBezTo>
                    <a:pt x="13415" y="21600"/>
                    <a:pt x="13683" y="21596"/>
                    <a:pt x="13947" y="21589"/>
                  </a:cubicBezTo>
                  <a:cubicBezTo>
                    <a:pt x="15800" y="21514"/>
                    <a:pt x="17299" y="21288"/>
                    <a:pt x="18798" y="20463"/>
                  </a:cubicBezTo>
                  <a:cubicBezTo>
                    <a:pt x="20197" y="19678"/>
                    <a:pt x="21547" y="18555"/>
                    <a:pt x="21600" y="17171"/>
                  </a:cubicBezTo>
                  <a:cubicBezTo>
                    <a:pt x="20245" y="17171"/>
                    <a:pt x="18449" y="17171"/>
                    <a:pt x="18348" y="16196"/>
                  </a:cubicBezTo>
                  <a:cubicBezTo>
                    <a:pt x="18300" y="15898"/>
                    <a:pt x="18449" y="15597"/>
                    <a:pt x="18645" y="15335"/>
                  </a:cubicBezTo>
                  <a:cubicBezTo>
                    <a:pt x="19847" y="13201"/>
                    <a:pt x="20498" y="10917"/>
                    <a:pt x="20647" y="8636"/>
                  </a:cubicBezTo>
                  <a:cubicBezTo>
                    <a:pt x="20800" y="6387"/>
                    <a:pt x="20498" y="3579"/>
                    <a:pt x="18449" y="1969"/>
                  </a:cubicBezTo>
                  <a:cubicBezTo>
                    <a:pt x="16772" y="635"/>
                    <a:pt x="14272" y="0"/>
                    <a:pt x="11739" y="0"/>
                  </a:cubicBezTo>
                  <a:close/>
                </a:path>
              </a:pathLst>
            </a:custGeom>
            <a:solidFill>
              <a:srgbClr val="BE1F8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78" name="Google Shape;294;p29"/>
            <p:cNvSpPr/>
            <p:nvPr/>
          </p:nvSpPr>
          <p:spPr>
            <a:xfrm>
              <a:off x="689654" y="122802"/>
              <a:ext cx="263462" cy="3773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076" h="21600" fill="norm" stroke="1" extrusionOk="0">
                  <a:moveTo>
                    <a:pt x="11333" y="0"/>
                  </a:moveTo>
                  <a:cubicBezTo>
                    <a:pt x="9506" y="0"/>
                    <a:pt x="7727" y="183"/>
                    <a:pt x="6481" y="442"/>
                  </a:cubicBezTo>
                  <a:cubicBezTo>
                    <a:pt x="-471" y="1919"/>
                    <a:pt x="-1129" y="11015"/>
                    <a:pt x="1238" y="14948"/>
                  </a:cubicBezTo>
                  <a:cubicBezTo>
                    <a:pt x="2312" y="16731"/>
                    <a:pt x="3699" y="19316"/>
                    <a:pt x="5823" y="20417"/>
                  </a:cubicBezTo>
                  <a:cubicBezTo>
                    <a:pt x="7257" y="21164"/>
                    <a:pt x="8989" y="21600"/>
                    <a:pt x="10713" y="21600"/>
                  </a:cubicBezTo>
                  <a:cubicBezTo>
                    <a:pt x="11552" y="21600"/>
                    <a:pt x="12383" y="21500"/>
                    <a:pt x="13190" y="21282"/>
                  </a:cubicBezTo>
                  <a:cubicBezTo>
                    <a:pt x="16458" y="20299"/>
                    <a:pt x="18096" y="17591"/>
                    <a:pt x="18911" y="14948"/>
                  </a:cubicBezTo>
                  <a:cubicBezTo>
                    <a:pt x="19405" y="13170"/>
                    <a:pt x="19734" y="11380"/>
                    <a:pt x="19899" y="9537"/>
                  </a:cubicBezTo>
                  <a:cubicBezTo>
                    <a:pt x="20142" y="6959"/>
                    <a:pt x="20471" y="3703"/>
                    <a:pt x="18347" y="1672"/>
                  </a:cubicBezTo>
                  <a:cubicBezTo>
                    <a:pt x="17148" y="436"/>
                    <a:pt x="14185" y="0"/>
                    <a:pt x="11333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79" name="Google Shape;295;p29"/>
            <p:cNvSpPr/>
            <p:nvPr/>
          </p:nvSpPr>
          <p:spPr>
            <a:xfrm>
              <a:off x="701189" y="310298"/>
              <a:ext cx="269835" cy="233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33" h="21600" fill="norm" stroke="1" extrusionOk="0">
                  <a:moveTo>
                    <a:pt x="11686" y="0"/>
                  </a:moveTo>
                  <a:cubicBezTo>
                    <a:pt x="10880" y="0"/>
                    <a:pt x="10066" y="57"/>
                    <a:pt x="9260" y="161"/>
                  </a:cubicBezTo>
                  <a:cubicBezTo>
                    <a:pt x="7315" y="361"/>
                    <a:pt x="2300" y="1444"/>
                    <a:pt x="766" y="3429"/>
                  </a:cubicBezTo>
                  <a:cubicBezTo>
                    <a:pt x="-1017" y="5813"/>
                    <a:pt x="766" y="11360"/>
                    <a:pt x="1572" y="13745"/>
                  </a:cubicBezTo>
                  <a:cubicBezTo>
                    <a:pt x="2463" y="16024"/>
                    <a:pt x="3432" y="18304"/>
                    <a:pt x="5137" y="19691"/>
                  </a:cubicBezTo>
                  <a:cubicBezTo>
                    <a:pt x="6981" y="21296"/>
                    <a:pt x="9361" y="21600"/>
                    <a:pt x="11670" y="21600"/>
                  </a:cubicBezTo>
                  <a:cubicBezTo>
                    <a:pt x="12081" y="21600"/>
                    <a:pt x="12492" y="21591"/>
                    <a:pt x="12902" y="21581"/>
                  </a:cubicBezTo>
                  <a:cubicBezTo>
                    <a:pt x="13871" y="21477"/>
                    <a:pt x="14925" y="21182"/>
                    <a:pt x="15817" y="20783"/>
                  </a:cubicBezTo>
                  <a:cubicBezTo>
                    <a:pt x="17917" y="19890"/>
                    <a:pt x="18971" y="17212"/>
                    <a:pt x="19614" y="13650"/>
                  </a:cubicBezTo>
                  <a:cubicBezTo>
                    <a:pt x="20102" y="10961"/>
                    <a:pt x="20583" y="7200"/>
                    <a:pt x="20188" y="5120"/>
                  </a:cubicBezTo>
                  <a:cubicBezTo>
                    <a:pt x="19862" y="3534"/>
                    <a:pt x="18893" y="1643"/>
                    <a:pt x="16537" y="760"/>
                  </a:cubicBezTo>
                  <a:cubicBezTo>
                    <a:pt x="14925" y="228"/>
                    <a:pt x="13305" y="0"/>
                    <a:pt x="11686" y="0"/>
                  </a:cubicBezTo>
                  <a:close/>
                </a:path>
              </a:pathLst>
            </a:custGeom>
            <a:solidFill>
              <a:srgbClr val="F4C3B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80" name="Google Shape;296;p29"/>
            <p:cNvSpPr/>
            <p:nvPr/>
          </p:nvSpPr>
          <p:spPr>
            <a:xfrm>
              <a:off x="579185" y="210019"/>
              <a:ext cx="97808" cy="386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19" h="21600" fill="norm" stroke="1" extrusionOk="0">
                  <a:moveTo>
                    <a:pt x="1891" y="0"/>
                  </a:moveTo>
                  <a:cubicBezTo>
                    <a:pt x="1891" y="0"/>
                    <a:pt x="472" y="0"/>
                    <a:pt x="22" y="12006"/>
                  </a:cubicBezTo>
                  <a:cubicBezTo>
                    <a:pt x="-181" y="21083"/>
                    <a:pt x="1080" y="21600"/>
                    <a:pt x="1373" y="21600"/>
                  </a:cubicBezTo>
                  <a:cubicBezTo>
                    <a:pt x="1396" y="21600"/>
                    <a:pt x="1418" y="21600"/>
                    <a:pt x="1418" y="21600"/>
                  </a:cubicBezTo>
                  <a:lnTo>
                    <a:pt x="21419" y="21600"/>
                  </a:lnTo>
                  <a:lnTo>
                    <a:pt x="21419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81" name="Google Shape;297;p29"/>
            <p:cNvSpPr/>
            <p:nvPr/>
          </p:nvSpPr>
          <p:spPr>
            <a:xfrm>
              <a:off x="673701" y="162708"/>
              <a:ext cx="355451" cy="3694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3594" y="0"/>
                  </a:moveTo>
                  <a:cubicBezTo>
                    <a:pt x="3594" y="0"/>
                    <a:pt x="0" y="0"/>
                    <a:pt x="0" y="3710"/>
                  </a:cubicBezTo>
                  <a:cubicBezTo>
                    <a:pt x="0" y="3710"/>
                    <a:pt x="1113" y="18275"/>
                    <a:pt x="4900" y="19026"/>
                  </a:cubicBezTo>
                  <a:lnTo>
                    <a:pt x="14619" y="21600"/>
                  </a:lnTo>
                  <a:cubicBezTo>
                    <a:pt x="19381" y="20536"/>
                    <a:pt x="21600" y="3710"/>
                    <a:pt x="21600" y="3710"/>
                  </a:cubicBezTo>
                  <a:cubicBezTo>
                    <a:pt x="21600" y="0"/>
                    <a:pt x="18013" y="0"/>
                    <a:pt x="18013" y="0"/>
                  </a:cubicBezTo>
                  <a:close/>
                </a:path>
              </a:pathLst>
            </a:custGeom>
            <a:solidFill>
              <a:srgbClr val="F4C3B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82" name="Google Shape;298;p29"/>
            <p:cNvSpPr/>
            <p:nvPr/>
          </p:nvSpPr>
          <p:spPr>
            <a:xfrm>
              <a:off x="697813" y="179884"/>
              <a:ext cx="308196" cy="1242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57" h="21600" fill="norm" stroke="1" extrusionOk="0">
                  <a:moveTo>
                    <a:pt x="3465" y="0"/>
                  </a:moveTo>
                  <a:cubicBezTo>
                    <a:pt x="3465" y="0"/>
                    <a:pt x="-31" y="0"/>
                    <a:pt x="45" y="7850"/>
                  </a:cubicBezTo>
                  <a:cubicBezTo>
                    <a:pt x="45" y="7850"/>
                    <a:pt x="-604" y="19240"/>
                    <a:pt x="3035" y="20921"/>
                  </a:cubicBezTo>
                  <a:cubicBezTo>
                    <a:pt x="3984" y="21368"/>
                    <a:pt x="4830" y="21600"/>
                    <a:pt x="5581" y="21600"/>
                  </a:cubicBezTo>
                  <a:cubicBezTo>
                    <a:pt x="7650" y="21600"/>
                    <a:pt x="8967" y="19794"/>
                    <a:pt x="9595" y="15681"/>
                  </a:cubicBezTo>
                  <a:cubicBezTo>
                    <a:pt x="10019" y="13071"/>
                    <a:pt x="10449" y="12320"/>
                    <a:pt x="10804" y="12141"/>
                  </a:cubicBezTo>
                  <a:lnTo>
                    <a:pt x="11514" y="12141"/>
                  </a:lnTo>
                  <a:cubicBezTo>
                    <a:pt x="11875" y="12320"/>
                    <a:pt x="12299" y="13071"/>
                    <a:pt x="12729" y="15681"/>
                  </a:cubicBezTo>
                  <a:cubicBezTo>
                    <a:pt x="13357" y="19794"/>
                    <a:pt x="13637" y="21600"/>
                    <a:pt x="15180" y="21600"/>
                  </a:cubicBezTo>
                  <a:cubicBezTo>
                    <a:pt x="15739" y="21600"/>
                    <a:pt x="16463" y="21368"/>
                    <a:pt x="17432" y="20921"/>
                  </a:cubicBezTo>
                  <a:cubicBezTo>
                    <a:pt x="20996" y="19240"/>
                    <a:pt x="20423" y="7850"/>
                    <a:pt x="20423" y="7850"/>
                  </a:cubicBezTo>
                  <a:cubicBezTo>
                    <a:pt x="20423" y="0"/>
                    <a:pt x="17002" y="0"/>
                    <a:pt x="17002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83" name="Google Shape;299;p29"/>
            <p:cNvSpPr/>
            <p:nvPr/>
          </p:nvSpPr>
          <p:spPr>
            <a:xfrm>
              <a:off x="538453" y="489565"/>
              <a:ext cx="491727" cy="1391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067" y="0"/>
                  </a:moveTo>
                  <a:cubicBezTo>
                    <a:pt x="20886" y="0"/>
                    <a:pt x="20724" y="192"/>
                    <a:pt x="20705" y="607"/>
                  </a:cubicBezTo>
                  <a:cubicBezTo>
                    <a:pt x="20091" y="9435"/>
                    <a:pt x="19291" y="11941"/>
                    <a:pt x="17403" y="15262"/>
                  </a:cubicBezTo>
                  <a:cubicBezTo>
                    <a:pt x="16106" y="17689"/>
                    <a:pt x="14615" y="18455"/>
                    <a:pt x="13143" y="18455"/>
                  </a:cubicBezTo>
                  <a:cubicBezTo>
                    <a:pt x="12686" y="18455"/>
                    <a:pt x="12234" y="18391"/>
                    <a:pt x="11792" y="18263"/>
                  </a:cubicBezTo>
                  <a:cubicBezTo>
                    <a:pt x="7595" y="17609"/>
                    <a:pt x="3822" y="12772"/>
                    <a:pt x="1084" y="1437"/>
                  </a:cubicBezTo>
                  <a:cubicBezTo>
                    <a:pt x="1017" y="1149"/>
                    <a:pt x="886" y="1038"/>
                    <a:pt x="745" y="1038"/>
                  </a:cubicBezTo>
                  <a:cubicBezTo>
                    <a:pt x="416" y="1038"/>
                    <a:pt x="0" y="1596"/>
                    <a:pt x="0" y="1596"/>
                  </a:cubicBezTo>
                  <a:cubicBezTo>
                    <a:pt x="3072" y="15262"/>
                    <a:pt x="8304" y="21600"/>
                    <a:pt x="13152" y="21600"/>
                  </a:cubicBezTo>
                  <a:cubicBezTo>
                    <a:pt x="13219" y="21600"/>
                    <a:pt x="13283" y="21600"/>
                    <a:pt x="13350" y="21600"/>
                  </a:cubicBezTo>
                  <a:cubicBezTo>
                    <a:pt x="16933" y="21600"/>
                    <a:pt x="21225" y="15438"/>
                    <a:pt x="21600" y="942"/>
                  </a:cubicBezTo>
                  <a:cubicBezTo>
                    <a:pt x="21600" y="351"/>
                    <a:pt x="21315" y="0"/>
                    <a:pt x="21067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84" name="Google Shape;300;p29"/>
            <p:cNvSpPr/>
            <p:nvPr/>
          </p:nvSpPr>
          <p:spPr>
            <a:xfrm>
              <a:off x="747478" y="216087"/>
              <a:ext cx="37181" cy="372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19" h="21600" fill="norm" stroke="1" extrusionOk="0">
                  <a:moveTo>
                    <a:pt x="2751" y="0"/>
                  </a:moveTo>
                  <a:cubicBezTo>
                    <a:pt x="580" y="0"/>
                    <a:pt x="-994" y="2685"/>
                    <a:pt x="743" y="4594"/>
                  </a:cubicBezTo>
                  <a:cubicBezTo>
                    <a:pt x="5844" y="10144"/>
                    <a:pt x="10403" y="15812"/>
                    <a:pt x="15450" y="20765"/>
                  </a:cubicBezTo>
                  <a:cubicBezTo>
                    <a:pt x="15993" y="21361"/>
                    <a:pt x="16590" y="21600"/>
                    <a:pt x="17133" y="21600"/>
                  </a:cubicBezTo>
                  <a:cubicBezTo>
                    <a:pt x="19032" y="21600"/>
                    <a:pt x="20606" y="18975"/>
                    <a:pt x="18869" y="17065"/>
                  </a:cubicBezTo>
                  <a:cubicBezTo>
                    <a:pt x="14365" y="11397"/>
                    <a:pt x="9263" y="6444"/>
                    <a:pt x="4759" y="835"/>
                  </a:cubicBezTo>
                  <a:cubicBezTo>
                    <a:pt x="4053" y="298"/>
                    <a:pt x="3402" y="0"/>
                    <a:pt x="2751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85" name="Google Shape;301;p29"/>
            <p:cNvSpPr/>
            <p:nvPr/>
          </p:nvSpPr>
          <p:spPr>
            <a:xfrm>
              <a:off x="719723" y="224727"/>
              <a:ext cx="64805" cy="639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43" h="21600" fill="norm" stroke="1" extrusionOk="0">
                  <a:moveTo>
                    <a:pt x="1728" y="0"/>
                  </a:moveTo>
                  <a:cubicBezTo>
                    <a:pt x="501" y="0"/>
                    <a:pt x="-629" y="1528"/>
                    <a:pt x="404" y="2639"/>
                  </a:cubicBezTo>
                  <a:lnTo>
                    <a:pt x="17581" y="21114"/>
                  </a:lnTo>
                  <a:cubicBezTo>
                    <a:pt x="17904" y="21461"/>
                    <a:pt x="18291" y="21600"/>
                    <a:pt x="18646" y="21600"/>
                  </a:cubicBezTo>
                  <a:cubicBezTo>
                    <a:pt x="19841" y="21600"/>
                    <a:pt x="20971" y="20072"/>
                    <a:pt x="19938" y="18961"/>
                  </a:cubicBezTo>
                  <a:lnTo>
                    <a:pt x="2761" y="486"/>
                  </a:lnTo>
                  <a:cubicBezTo>
                    <a:pt x="2438" y="139"/>
                    <a:pt x="2083" y="0"/>
                    <a:pt x="1728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86" name="Google Shape;302;p29"/>
            <p:cNvSpPr/>
            <p:nvPr/>
          </p:nvSpPr>
          <p:spPr>
            <a:xfrm>
              <a:off x="771251" y="198911"/>
              <a:ext cx="36033" cy="359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453" h="21600" fill="norm" stroke="1" extrusionOk="0">
                  <a:moveTo>
                    <a:pt x="2972" y="0"/>
                  </a:moveTo>
                  <a:cubicBezTo>
                    <a:pt x="862" y="0"/>
                    <a:pt x="-1081" y="2777"/>
                    <a:pt x="696" y="4752"/>
                  </a:cubicBezTo>
                  <a:cubicBezTo>
                    <a:pt x="5915" y="9874"/>
                    <a:pt x="10580" y="15058"/>
                    <a:pt x="15188" y="20798"/>
                  </a:cubicBezTo>
                  <a:cubicBezTo>
                    <a:pt x="15688" y="21353"/>
                    <a:pt x="16243" y="21600"/>
                    <a:pt x="16743" y="21600"/>
                  </a:cubicBezTo>
                  <a:cubicBezTo>
                    <a:pt x="18742" y="21600"/>
                    <a:pt x="20519" y="18391"/>
                    <a:pt x="18687" y="16354"/>
                  </a:cubicBezTo>
                  <a:lnTo>
                    <a:pt x="4749" y="864"/>
                  </a:lnTo>
                  <a:cubicBezTo>
                    <a:pt x="4194" y="247"/>
                    <a:pt x="3583" y="0"/>
                    <a:pt x="2972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87" name="Google Shape;303;p29"/>
            <p:cNvSpPr/>
            <p:nvPr/>
          </p:nvSpPr>
          <p:spPr>
            <a:xfrm>
              <a:off x="878492" y="201071"/>
              <a:ext cx="73690" cy="737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52" h="21600" fill="norm" stroke="1" extrusionOk="0">
                  <a:moveTo>
                    <a:pt x="1286" y="0"/>
                  </a:moveTo>
                  <a:cubicBezTo>
                    <a:pt x="311" y="0"/>
                    <a:pt x="-521" y="1356"/>
                    <a:pt x="397" y="2320"/>
                  </a:cubicBezTo>
                  <a:lnTo>
                    <a:pt x="18354" y="21178"/>
                  </a:lnTo>
                  <a:cubicBezTo>
                    <a:pt x="18641" y="21479"/>
                    <a:pt x="18956" y="21600"/>
                    <a:pt x="19243" y="21600"/>
                  </a:cubicBezTo>
                  <a:cubicBezTo>
                    <a:pt x="20218" y="21600"/>
                    <a:pt x="21079" y="20244"/>
                    <a:pt x="20161" y="19280"/>
                  </a:cubicBezTo>
                  <a:lnTo>
                    <a:pt x="2175" y="422"/>
                  </a:lnTo>
                  <a:cubicBezTo>
                    <a:pt x="1917" y="121"/>
                    <a:pt x="1602" y="0"/>
                    <a:pt x="1286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88" name="Google Shape;304;p29"/>
            <p:cNvSpPr/>
            <p:nvPr/>
          </p:nvSpPr>
          <p:spPr>
            <a:xfrm>
              <a:off x="923562" y="215059"/>
              <a:ext cx="28620" cy="285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080" h="21600" fill="norm" stroke="1" extrusionOk="0">
                  <a:moveTo>
                    <a:pt x="3129" y="0"/>
                  </a:moveTo>
                  <a:cubicBezTo>
                    <a:pt x="797" y="0"/>
                    <a:pt x="-1260" y="3419"/>
                    <a:pt x="934" y="5905"/>
                  </a:cubicBezTo>
                  <a:lnTo>
                    <a:pt x="13826" y="20512"/>
                  </a:lnTo>
                  <a:cubicBezTo>
                    <a:pt x="14511" y="21289"/>
                    <a:pt x="15266" y="21600"/>
                    <a:pt x="15951" y="21600"/>
                  </a:cubicBezTo>
                  <a:cubicBezTo>
                    <a:pt x="18283" y="21600"/>
                    <a:pt x="20340" y="18104"/>
                    <a:pt x="18146" y="15617"/>
                  </a:cubicBezTo>
                  <a:lnTo>
                    <a:pt x="5254" y="1010"/>
                  </a:lnTo>
                  <a:cubicBezTo>
                    <a:pt x="4569" y="311"/>
                    <a:pt x="3814" y="0"/>
                    <a:pt x="3129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89" name="Google Shape;305;p29"/>
            <p:cNvSpPr/>
            <p:nvPr/>
          </p:nvSpPr>
          <p:spPr>
            <a:xfrm>
              <a:off x="946167" y="206419"/>
              <a:ext cx="20901" cy="200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213" h="21600" fill="norm" stroke="1" extrusionOk="0">
                  <a:moveTo>
                    <a:pt x="4019" y="0"/>
                  </a:moveTo>
                  <a:cubicBezTo>
                    <a:pt x="972" y="0"/>
                    <a:pt x="-1627" y="4874"/>
                    <a:pt x="1241" y="8418"/>
                  </a:cubicBezTo>
                  <a:cubicBezTo>
                    <a:pt x="5005" y="11963"/>
                    <a:pt x="7694" y="16615"/>
                    <a:pt x="10562" y="20049"/>
                  </a:cubicBezTo>
                  <a:cubicBezTo>
                    <a:pt x="11458" y="21157"/>
                    <a:pt x="12444" y="21600"/>
                    <a:pt x="13430" y="21600"/>
                  </a:cubicBezTo>
                  <a:cubicBezTo>
                    <a:pt x="16746" y="21600"/>
                    <a:pt x="19973" y="16615"/>
                    <a:pt x="17105" y="13071"/>
                  </a:cubicBezTo>
                  <a:cubicBezTo>
                    <a:pt x="13341" y="8418"/>
                    <a:pt x="10562" y="5095"/>
                    <a:pt x="6798" y="1551"/>
                  </a:cubicBezTo>
                  <a:cubicBezTo>
                    <a:pt x="5991" y="443"/>
                    <a:pt x="5005" y="0"/>
                    <a:pt x="4019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90" name="Google Shape;306;p29"/>
            <p:cNvSpPr/>
            <p:nvPr/>
          </p:nvSpPr>
          <p:spPr>
            <a:xfrm>
              <a:off x="360" y="526592"/>
              <a:ext cx="500111" cy="12971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74" h="21600" fill="norm" stroke="1" extrusionOk="0">
                  <a:moveTo>
                    <a:pt x="17292" y="0"/>
                  </a:moveTo>
                  <a:cubicBezTo>
                    <a:pt x="14089" y="0"/>
                    <a:pt x="12498" y="1125"/>
                    <a:pt x="10696" y="2184"/>
                  </a:cubicBezTo>
                  <a:cubicBezTo>
                    <a:pt x="7116" y="4311"/>
                    <a:pt x="3718" y="8049"/>
                    <a:pt x="2348" y="10533"/>
                  </a:cubicBezTo>
                  <a:cubicBezTo>
                    <a:pt x="97" y="14575"/>
                    <a:pt x="-390" y="19420"/>
                    <a:pt x="274" y="21030"/>
                  </a:cubicBezTo>
                  <a:cubicBezTo>
                    <a:pt x="465" y="21466"/>
                    <a:pt x="1459" y="21600"/>
                    <a:pt x="2690" y="21600"/>
                  </a:cubicBezTo>
                  <a:cubicBezTo>
                    <a:pt x="4027" y="21600"/>
                    <a:pt x="5639" y="21444"/>
                    <a:pt x="6811" y="21352"/>
                  </a:cubicBezTo>
                  <a:cubicBezTo>
                    <a:pt x="6765" y="17990"/>
                    <a:pt x="8445" y="14645"/>
                    <a:pt x="11758" y="11590"/>
                  </a:cubicBezTo>
                  <a:cubicBezTo>
                    <a:pt x="12862" y="10569"/>
                    <a:pt x="17499" y="7262"/>
                    <a:pt x="19573" y="4383"/>
                  </a:cubicBezTo>
                  <a:cubicBezTo>
                    <a:pt x="21210" y="2113"/>
                    <a:pt x="21032" y="57"/>
                    <a:pt x="17588" y="3"/>
                  </a:cubicBezTo>
                  <a:cubicBezTo>
                    <a:pt x="17487" y="2"/>
                    <a:pt x="17389" y="0"/>
                    <a:pt x="17292" y="0"/>
                  </a:cubicBezTo>
                  <a:close/>
                </a:path>
              </a:pathLst>
            </a:custGeom>
            <a:solidFill>
              <a:srgbClr val="BE1F8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91" name="Google Shape;307;p29"/>
            <p:cNvSpPr/>
            <p:nvPr/>
          </p:nvSpPr>
          <p:spPr>
            <a:xfrm>
              <a:off x="0" y="1723354"/>
              <a:ext cx="199650" cy="3132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12" h="21600" fill="norm" stroke="1" extrusionOk="0">
                  <a:moveTo>
                    <a:pt x="6812" y="0"/>
                  </a:moveTo>
                  <a:cubicBezTo>
                    <a:pt x="3246" y="0"/>
                    <a:pt x="154" y="461"/>
                    <a:pt x="57" y="1447"/>
                  </a:cubicBezTo>
                  <a:cubicBezTo>
                    <a:pt x="-395" y="5148"/>
                    <a:pt x="1964" y="14771"/>
                    <a:pt x="2309" y="16849"/>
                  </a:cubicBezTo>
                  <a:cubicBezTo>
                    <a:pt x="2643" y="18544"/>
                    <a:pt x="2191" y="19217"/>
                    <a:pt x="3656" y="20692"/>
                  </a:cubicBezTo>
                  <a:cubicBezTo>
                    <a:pt x="4388" y="21394"/>
                    <a:pt x="5422" y="21600"/>
                    <a:pt x="6607" y="21600"/>
                  </a:cubicBezTo>
                  <a:cubicBezTo>
                    <a:pt x="7793" y="21600"/>
                    <a:pt x="9107" y="21394"/>
                    <a:pt x="10410" y="21288"/>
                  </a:cubicBezTo>
                  <a:cubicBezTo>
                    <a:pt x="10777" y="21245"/>
                    <a:pt x="11143" y="21231"/>
                    <a:pt x="11509" y="21231"/>
                  </a:cubicBezTo>
                  <a:cubicBezTo>
                    <a:pt x="12630" y="21231"/>
                    <a:pt x="13696" y="21373"/>
                    <a:pt x="14569" y="21373"/>
                  </a:cubicBezTo>
                  <a:cubicBezTo>
                    <a:pt x="15581" y="21373"/>
                    <a:pt x="16325" y="21189"/>
                    <a:pt x="16583" y="20402"/>
                  </a:cubicBezTo>
                  <a:cubicBezTo>
                    <a:pt x="17262" y="18622"/>
                    <a:pt x="17036" y="17735"/>
                    <a:pt x="16583" y="15955"/>
                  </a:cubicBezTo>
                  <a:cubicBezTo>
                    <a:pt x="16734" y="15927"/>
                    <a:pt x="16885" y="15920"/>
                    <a:pt x="17036" y="15920"/>
                  </a:cubicBezTo>
                  <a:cubicBezTo>
                    <a:pt x="18856" y="15920"/>
                    <a:pt x="20300" y="17884"/>
                    <a:pt x="20300" y="17884"/>
                  </a:cubicBezTo>
                  <a:cubicBezTo>
                    <a:pt x="21205" y="16700"/>
                    <a:pt x="21205" y="13885"/>
                    <a:pt x="19632" y="12998"/>
                  </a:cubicBezTo>
                  <a:cubicBezTo>
                    <a:pt x="18953" y="12552"/>
                    <a:pt x="17715" y="11963"/>
                    <a:pt x="17036" y="11438"/>
                  </a:cubicBezTo>
                  <a:cubicBezTo>
                    <a:pt x="15237" y="10105"/>
                    <a:pt x="18609" y="3666"/>
                    <a:pt x="17488" y="2042"/>
                  </a:cubicBezTo>
                  <a:cubicBezTo>
                    <a:pt x="16486" y="723"/>
                    <a:pt x="11283" y="0"/>
                    <a:pt x="6812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92" name="Google Shape;308;p29"/>
            <p:cNvSpPr/>
            <p:nvPr/>
          </p:nvSpPr>
          <p:spPr>
            <a:xfrm>
              <a:off x="398402" y="518466"/>
              <a:ext cx="113528" cy="4751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30" h="21600" fill="norm" stroke="1" extrusionOk="0">
                  <a:moveTo>
                    <a:pt x="7380" y="0"/>
                  </a:moveTo>
                  <a:cubicBezTo>
                    <a:pt x="5140" y="0"/>
                    <a:pt x="2253" y="243"/>
                    <a:pt x="3567" y="425"/>
                  </a:cubicBezTo>
                  <a:cubicBezTo>
                    <a:pt x="18448" y="2525"/>
                    <a:pt x="18448" y="7209"/>
                    <a:pt x="14191" y="10870"/>
                  </a:cubicBezTo>
                  <a:cubicBezTo>
                    <a:pt x="10323" y="14386"/>
                    <a:pt x="5492" y="18047"/>
                    <a:pt x="87" y="21464"/>
                  </a:cubicBezTo>
                  <a:cubicBezTo>
                    <a:pt x="-61" y="21558"/>
                    <a:pt x="-5" y="21600"/>
                    <a:pt x="143" y="21600"/>
                  </a:cubicBezTo>
                  <a:cubicBezTo>
                    <a:pt x="383" y="21600"/>
                    <a:pt x="883" y="21492"/>
                    <a:pt x="1235" y="21315"/>
                  </a:cubicBezTo>
                  <a:cubicBezTo>
                    <a:pt x="8583" y="17070"/>
                    <a:pt x="17856" y="12581"/>
                    <a:pt x="20169" y="7892"/>
                  </a:cubicBezTo>
                  <a:cubicBezTo>
                    <a:pt x="21539" y="4867"/>
                    <a:pt x="17467" y="1403"/>
                    <a:pt x="9175" y="84"/>
                  </a:cubicBezTo>
                  <a:cubicBezTo>
                    <a:pt x="8749" y="23"/>
                    <a:pt x="8101" y="0"/>
                    <a:pt x="7380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</p:grpSp>
      <p:sp>
        <p:nvSpPr>
          <p:cNvPr id="394" name="Google Shape;309;p29"/>
          <p:cNvSpPr/>
          <p:nvPr/>
        </p:nvSpPr>
        <p:spPr>
          <a:xfrm>
            <a:off x="4338044" y="2086626"/>
            <a:ext cx="36515" cy="45052"/>
          </a:xfrm>
          <a:prstGeom prst="rect">
            <a:avLst/>
          </a:prstGeom>
          <a:solidFill>
            <a:srgbClr val="1F1F1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grpSp>
        <p:nvGrpSpPr>
          <p:cNvPr id="456" name="Google Shape;310;p29"/>
          <p:cNvGrpSpPr/>
          <p:nvPr/>
        </p:nvGrpSpPr>
        <p:grpSpPr>
          <a:xfrm>
            <a:off x="2654300" y="910517"/>
            <a:ext cx="2592597" cy="3692805"/>
            <a:chOff x="0" y="0"/>
            <a:chExt cx="2592596" cy="3692803"/>
          </a:xfrm>
        </p:grpSpPr>
        <p:sp>
          <p:nvSpPr>
            <p:cNvPr id="395" name="Google Shape;311;p29"/>
            <p:cNvSpPr/>
            <p:nvPr/>
          </p:nvSpPr>
          <p:spPr>
            <a:xfrm>
              <a:off x="1044129" y="513555"/>
              <a:ext cx="683324" cy="9774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35" h="21600" fill="norm" stroke="1" extrusionOk="0">
                  <a:moveTo>
                    <a:pt x="2142" y="0"/>
                  </a:moveTo>
                  <a:cubicBezTo>
                    <a:pt x="2142" y="0"/>
                    <a:pt x="-444" y="5101"/>
                    <a:pt x="67" y="6762"/>
                  </a:cubicBezTo>
                  <a:lnTo>
                    <a:pt x="2366" y="14449"/>
                  </a:lnTo>
                  <a:cubicBezTo>
                    <a:pt x="2877" y="16159"/>
                    <a:pt x="3483" y="17961"/>
                    <a:pt x="5179" y="19172"/>
                  </a:cubicBezTo>
                  <a:cubicBezTo>
                    <a:pt x="6167" y="19861"/>
                    <a:pt x="7447" y="20263"/>
                    <a:pt x="8757" y="20598"/>
                  </a:cubicBezTo>
                  <a:cubicBezTo>
                    <a:pt x="11398" y="21268"/>
                    <a:pt x="14211" y="21600"/>
                    <a:pt x="17018" y="21600"/>
                  </a:cubicBezTo>
                  <a:cubicBezTo>
                    <a:pt x="17673" y="21600"/>
                    <a:pt x="18328" y="21582"/>
                    <a:pt x="18983" y="21545"/>
                  </a:cubicBezTo>
                  <a:cubicBezTo>
                    <a:pt x="19332" y="21520"/>
                    <a:pt x="19717" y="21473"/>
                    <a:pt x="20036" y="21332"/>
                  </a:cubicBezTo>
                  <a:cubicBezTo>
                    <a:pt x="21156" y="20714"/>
                    <a:pt x="18756" y="19527"/>
                    <a:pt x="18919" y="18484"/>
                  </a:cubicBezTo>
                  <a:cubicBezTo>
                    <a:pt x="16617" y="18177"/>
                    <a:pt x="10385" y="17038"/>
                    <a:pt x="9684" y="15163"/>
                  </a:cubicBezTo>
                  <a:cubicBezTo>
                    <a:pt x="8723" y="12529"/>
                    <a:pt x="9268" y="9776"/>
                    <a:pt x="8438" y="7119"/>
                  </a:cubicBezTo>
                  <a:cubicBezTo>
                    <a:pt x="7636" y="4462"/>
                    <a:pt x="5307" y="1377"/>
                    <a:pt x="2142" y="0"/>
                  </a:cubicBezTo>
                  <a:close/>
                </a:path>
              </a:pathLst>
            </a:custGeom>
            <a:solidFill>
              <a:srgbClr val="BE1F8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96" name="Google Shape;312;p29"/>
            <p:cNvSpPr/>
            <p:nvPr/>
          </p:nvSpPr>
          <p:spPr>
            <a:xfrm>
              <a:off x="480733" y="1652365"/>
              <a:ext cx="716479" cy="17538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12" h="21600" fill="norm" stroke="1" extrusionOk="0">
                  <a:moveTo>
                    <a:pt x="3386" y="0"/>
                  </a:moveTo>
                  <a:cubicBezTo>
                    <a:pt x="1841" y="0"/>
                    <a:pt x="614" y="51"/>
                    <a:pt x="466" y="217"/>
                  </a:cubicBezTo>
                  <a:cubicBezTo>
                    <a:pt x="-448" y="1262"/>
                    <a:pt x="243" y="3695"/>
                    <a:pt x="369" y="4237"/>
                  </a:cubicBezTo>
                  <a:cubicBezTo>
                    <a:pt x="1127" y="6934"/>
                    <a:pt x="1283" y="9063"/>
                    <a:pt x="1440" y="10716"/>
                  </a:cubicBezTo>
                  <a:cubicBezTo>
                    <a:pt x="1660" y="13123"/>
                    <a:pt x="1817" y="17421"/>
                    <a:pt x="2888" y="21296"/>
                  </a:cubicBezTo>
                  <a:cubicBezTo>
                    <a:pt x="2939" y="21476"/>
                    <a:pt x="4954" y="21513"/>
                    <a:pt x="6417" y="21513"/>
                  </a:cubicBezTo>
                  <a:cubicBezTo>
                    <a:pt x="6776" y="21513"/>
                    <a:pt x="7105" y="21510"/>
                    <a:pt x="7361" y="21508"/>
                  </a:cubicBezTo>
                  <a:cubicBezTo>
                    <a:pt x="10227" y="14010"/>
                    <a:pt x="10477" y="10928"/>
                    <a:pt x="11424" y="4383"/>
                  </a:cubicBezTo>
                  <a:cubicBezTo>
                    <a:pt x="12242" y="9474"/>
                    <a:pt x="12178" y="14698"/>
                    <a:pt x="13880" y="21415"/>
                  </a:cubicBezTo>
                  <a:cubicBezTo>
                    <a:pt x="13913" y="21547"/>
                    <a:pt x="14275" y="21600"/>
                    <a:pt x="14788" y="21600"/>
                  </a:cubicBezTo>
                  <a:cubicBezTo>
                    <a:pt x="16163" y="21600"/>
                    <a:pt x="18618" y="21216"/>
                    <a:pt x="18667" y="20965"/>
                  </a:cubicBezTo>
                  <a:cubicBezTo>
                    <a:pt x="19107" y="18307"/>
                    <a:pt x="20051" y="15107"/>
                    <a:pt x="20208" y="14010"/>
                  </a:cubicBezTo>
                  <a:cubicBezTo>
                    <a:pt x="20775" y="10347"/>
                    <a:pt x="21152" y="4634"/>
                    <a:pt x="20962" y="99"/>
                  </a:cubicBezTo>
                  <a:cubicBezTo>
                    <a:pt x="17469" y="99"/>
                    <a:pt x="13469" y="111"/>
                    <a:pt x="9973" y="111"/>
                  </a:cubicBezTo>
                  <a:cubicBezTo>
                    <a:pt x="9937" y="111"/>
                    <a:pt x="9901" y="111"/>
                    <a:pt x="9859" y="111"/>
                  </a:cubicBezTo>
                  <a:cubicBezTo>
                    <a:pt x="8692" y="111"/>
                    <a:pt x="5690" y="0"/>
                    <a:pt x="3386" y="0"/>
                  </a:cubicBezTo>
                  <a:close/>
                </a:path>
              </a:pathLst>
            </a:custGeom>
            <a:solidFill>
              <a:srgbClr val="BE1F8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97" name="Google Shape;313;p29"/>
            <p:cNvSpPr/>
            <p:nvPr/>
          </p:nvSpPr>
          <p:spPr>
            <a:xfrm>
              <a:off x="540536" y="3153226"/>
              <a:ext cx="394668" cy="5395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9" h="21600" fill="norm" stroke="1" extrusionOk="0">
                  <a:moveTo>
                    <a:pt x="2597" y="0"/>
                  </a:moveTo>
                  <a:cubicBezTo>
                    <a:pt x="1663" y="0"/>
                    <a:pt x="784" y="8"/>
                    <a:pt x="0" y="25"/>
                  </a:cubicBezTo>
                  <a:cubicBezTo>
                    <a:pt x="178" y="4410"/>
                    <a:pt x="1046" y="10429"/>
                    <a:pt x="929" y="14469"/>
                  </a:cubicBezTo>
                  <a:cubicBezTo>
                    <a:pt x="929" y="14728"/>
                    <a:pt x="234" y="17907"/>
                    <a:pt x="412" y="18125"/>
                  </a:cubicBezTo>
                  <a:cubicBezTo>
                    <a:pt x="762" y="18681"/>
                    <a:pt x="10800" y="21600"/>
                    <a:pt x="16912" y="21600"/>
                  </a:cubicBezTo>
                  <a:cubicBezTo>
                    <a:pt x="18825" y="21600"/>
                    <a:pt x="20360" y="21312"/>
                    <a:pt x="21077" y="20575"/>
                  </a:cubicBezTo>
                  <a:cubicBezTo>
                    <a:pt x="21600" y="20056"/>
                    <a:pt x="21600" y="17651"/>
                    <a:pt x="18580" y="16490"/>
                  </a:cubicBezTo>
                  <a:cubicBezTo>
                    <a:pt x="16723" y="15803"/>
                    <a:pt x="14810" y="15202"/>
                    <a:pt x="12952" y="14555"/>
                  </a:cubicBezTo>
                  <a:cubicBezTo>
                    <a:pt x="12541" y="14427"/>
                    <a:pt x="12140" y="14296"/>
                    <a:pt x="11907" y="13999"/>
                  </a:cubicBezTo>
                  <a:cubicBezTo>
                    <a:pt x="11673" y="13740"/>
                    <a:pt x="11673" y="13439"/>
                    <a:pt x="11673" y="13139"/>
                  </a:cubicBezTo>
                  <a:cubicBezTo>
                    <a:pt x="11673" y="10516"/>
                    <a:pt x="12835" y="2862"/>
                    <a:pt x="12835" y="243"/>
                  </a:cubicBezTo>
                  <a:cubicBezTo>
                    <a:pt x="10016" y="107"/>
                    <a:pt x="5956" y="0"/>
                    <a:pt x="2597" y="0"/>
                  </a:cubicBez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98" name="Google Shape;314;p29"/>
            <p:cNvSpPr/>
            <p:nvPr/>
          </p:nvSpPr>
          <p:spPr>
            <a:xfrm>
              <a:off x="921819" y="3145511"/>
              <a:ext cx="410161" cy="4740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42" h="21600" fill="norm" stroke="1" extrusionOk="0">
                  <a:moveTo>
                    <a:pt x="2353" y="0"/>
                  </a:moveTo>
                  <a:cubicBezTo>
                    <a:pt x="1528" y="0"/>
                    <a:pt x="735" y="9"/>
                    <a:pt x="0" y="42"/>
                  </a:cubicBezTo>
                  <a:cubicBezTo>
                    <a:pt x="215" y="3857"/>
                    <a:pt x="1098" y="14031"/>
                    <a:pt x="1098" y="15156"/>
                  </a:cubicBezTo>
                  <a:cubicBezTo>
                    <a:pt x="1098" y="15550"/>
                    <a:pt x="436" y="19660"/>
                    <a:pt x="656" y="20002"/>
                  </a:cubicBezTo>
                  <a:cubicBezTo>
                    <a:pt x="1040" y="20635"/>
                    <a:pt x="2132" y="20930"/>
                    <a:pt x="2904" y="21028"/>
                  </a:cubicBezTo>
                  <a:cubicBezTo>
                    <a:pt x="6066" y="21389"/>
                    <a:pt x="10109" y="21600"/>
                    <a:pt x="13560" y="21600"/>
                  </a:cubicBezTo>
                  <a:cubicBezTo>
                    <a:pt x="17105" y="21600"/>
                    <a:pt x="20025" y="21380"/>
                    <a:pt x="20723" y="20883"/>
                  </a:cubicBezTo>
                  <a:cubicBezTo>
                    <a:pt x="21600" y="19168"/>
                    <a:pt x="19678" y="16970"/>
                    <a:pt x="17924" y="16234"/>
                  </a:cubicBezTo>
                  <a:cubicBezTo>
                    <a:pt x="16007" y="15451"/>
                    <a:pt x="10965" y="15156"/>
                    <a:pt x="10687" y="14720"/>
                  </a:cubicBezTo>
                  <a:cubicBezTo>
                    <a:pt x="10524" y="14472"/>
                    <a:pt x="11842" y="42"/>
                    <a:pt x="11622" y="42"/>
                  </a:cubicBezTo>
                  <a:cubicBezTo>
                    <a:pt x="10887" y="70"/>
                    <a:pt x="10104" y="84"/>
                    <a:pt x="9290" y="84"/>
                  </a:cubicBezTo>
                  <a:cubicBezTo>
                    <a:pt x="7048" y="84"/>
                    <a:pt x="4579" y="0"/>
                    <a:pt x="2353" y="0"/>
                  </a:cubicBez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99" name="Google Shape;315;p29"/>
            <p:cNvSpPr/>
            <p:nvPr/>
          </p:nvSpPr>
          <p:spPr>
            <a:xfrm>
              <a:off x="386987" y="486915"/>
              <a:ext cx="808531" cy="12060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59" h="21600" fill="norm" stroke="1" extrusionOk="0">
                  <a:moveTo>
                    <a:pt x="8287" y="0"/>
                  </a:moveTo>
                  <a:cubicBezTo>
                    <a:pt x="7935" y="0"/>
                    <a:pt x="7580" y="6"/>
                    <a:pt x="7220" y="17"/>
                  </a:cubicBezTo>
                  <a:cubicBezTo>
                    <a:pt x="5192" y="53"/>
                    <a:pt x="3379" y="227"/>
                    <a:pt x="1056" y="707"/>
                  </a:cubicBezTo>
                  <a:cubicBezTo>
                    <a:pt x="137" y="881"/>
                    <a:pt x="543" y="2247"/>
                    <a:pt x="352" y="2920"/>
                  </a:cubicBezTo>
                  <a:cubicBezTo>
                    <a:pt x="-1241" y="8630"/>
                    <a:pt x="3110" y="15379"/>
                    <a:pt x="2760" y="21187"/>
                  </a:cubicBezTo>
                  <a:cubicBezTo>
                    <a:pt x="2745" y="21410"/>
                    <a:pt x="6301" y="21600"/>
                    <a:pt x="10362" y="21600"/>
                  </a:cubicBezTo>
                  <a:cubicBezTo>
                    <a:pt x="14037" y="21600"/>
                    <a:pt x="18126" y="21443"/>
                    <a:pt x="20359" y="21016"/>
                  </a:cubicBezTo>
                  <a:cubicBezTo>
                    <a:pt x="20118" y="14939"/>
                    <a:pt x="20035" y="12438"/>
                    <a:pt x="20227" y="7477"/>
                  </a:cubicBezTo>
                  <a:cubicBezTo>
                    <a:pt x="20307" y="5592"/>
                    <a:pt x="18629" y="612"/>
                    <a:pt x="18360" y="477"/>
                  </a:cubicBezTo>
                  <a:cubicBezTo>
                    <a:pt x="18082" y="350"/>
                    <a:pt x="16482" y="107"/>
                    <a:pt x="16008" y="107"/>
                  </a:cubicBezTo>
                  <a:cubicBezTo>
                    <a:pt x="15974" y="107"/>
                    <a:pt x="15948" y="109"/>
                    <a:pt x="15925" y="111"/>
                  </a:cubicBezTo>
                  <a:cubicBezTo>
                    <a:pt x="15379" y="157"/>
                    <a:pt x="14817" y="173"/>
                    <a:pt x="14242" y="173"/>
                  </a:cubicBezTo>
                  <a:cubicBezTo>
                    <a:pt x="12416" y="173"/>
                    <a:pt x="10442" y="0"/>
                    <a:pt x="8287" y="0"/>
                  </a:cubicBezTo>
                  <a:close/>
                </a:path>
              </a:pathLst>
            </a:custGeom>
            <a:solidFill>
              <a:srgbClr val="A3137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00" name="Google Shape;316;p29"/>
            <p:cNvSpPr/>
            <p:nvPr/>
          </p:nvSpPr>
          <p:spPr>
            <a:xfrm>
              <a:off x="849770" y="611473"/>
              <a:ext cx="49487" cy="13970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7644" h="21600" fill="norm" stroke="1" extrusionOk="0">
                  <a:moveTo>
                    <a:pt x="2402" y="0"/>
                  </a:moveTo>
                  <a:cubicBezTo>
                    <a:pt x="1082" y="0"/>
                    <a:pt x="-165" y="38"/>
                    <a:pt x="18" y="113"/>
                  </a:cubicBezTo>
                  <a:cubicBezTo>
                    <a:pt x="10727" y="7251"/>
                    <a:pt x="13037" y="13841"/>
                    <a:pt x="4236" y="20980"/>
                  </a:cubicBezTo>
                  <a:cubicBezTo>
                    <a:pt x="4236" y="21080"/>
                    <a:pt x="5373" y="21511"/>
                    <a:pt x="7316" y="21595"/>
                  </a:cubicBezTo>
                  <a:cubicBezTo>
                    <a:pt x="7353" y="21598"/>
                    <a:pt x="7426" y="21600"/>
                    <a:pt x="7500" y="21600"/>
                  </a:cubicBezTo>
                  <a:cubicBezTo>
                    <a:pt x="8710" y="21600"/>
                    <a:pt x="11130" y="21059"/>
                    <a:pt x="11130" y="20964"/>
                  </a:cubicBezTo>
                  <a:cubicBezTo>
                    <a:pt x="19931" y="13841"/>
                    <a:pt x="21435" y="7201"/>
                    <a:pt x="5373" y="113"/>
                  </a:cubicBezTo>
                  <a:cubicBezTo>
                    <a:pt x="5189" y="38"/>
                    <a:pt x="3759" y="0"/>
                    <a:pt x="2402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01" name="Google Shape;317;p29"/>
            <p:cNvSpPr/>
            <p:nvPr/>
          </p:nvSpPr>
          <p:spPr>
            <a:xfrm>
              <a:off x="491546" y="1650617"/>
              <a:ext cx="710219" cy="576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91" h="21600" fill="norm" stroke="1" extrusionOk="0">
                  <a:moveTo>
                    <a:pt x="21320" y="0"/>
                  </a:moveTo>
                  <a:cubicBezTo>
                    <a:pt x="21314" y="0"/>
                    <a:pt x="21308" y="0"/>
                    <a:pt x="21302" y="0"/>
                  </a:cubicBezTo>
                  <a:cubicBezTo>
                    <a:pt x="17950" y="6904"/>
                    <a:pt x="13611" y="12266"/>
                    <a:pt x="9195" y="12266"/>
                  </a:cubicBezTo>
                  <a:cubicBezTo>
                    <a:pt x="6126" y="12266"/>
                    <a:pt x="3023" y="9681"/>
                    <a:pt x="184" y="3240"/>
                  </a:cubicBezTo>
                  <a:cubicBezTo>
                    <a:pt x="88" y="3240"/>
                    <a:pt x="22" y="4821"/>
                    <a:pt x="22" y="6441"/>
                  </a:cubicBezTo>
                  <a:cubicBezTo>
                    <a:pt x="-43" y="9296"/>
                    <a:pt x="53" y="10491"/>
                    <a:pt x="53" y="10491"/>
                  </a:cubicBezTo>
                  <a:cubicBezTo>
                    <a:pt x="4012" y="18553"/>
                    <a:pt x="7084" y="21600"/>
                    <a:pt x="9770" y="21600"/>
                  </a:cubicBezTo>
                  <a:cubicBezTo>
                    <a:pt x="13919" y="21600"/>
                    <a:pt x="17156" y="14349"/>
                    <a:pt x="21336" y="7251"/>
                  </a:cubicBezTo>
                  <a:cubicBezTo>
                    <a:pt x="21557" y="6866"/>
                    <a:pt x="21532" y="0"/>
                    <a:pt x="21320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02" name="Google Shape;318;p29"/>
            <p:cNvSpPr/>
            <p:nvPr/>
          </p:nvSpPr>
          <p:spPr>
            <a:xfrm>
              <a:off x="1105054" y="507075"/>
              <a:ext cx="86924" cy="4585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34" h="21600" fill="norm" stroke="1" extrusionOk="0">
                  <a:moveTo>
                    <a:pt x="339" y="0"/>
                  </a:moveTo>
                  <a:cubicBezTo>
                    <a:pt x="36" y="0"/>
                    <a:pt x="-81" y="34"/>
                    <a:pt x="59" y="102"/>
                  </a:cubicBezTo>
                  <a:cubicBezTo>
                    <a:pt x="13486" y="6929"/>
                    <a:pt x="17129" y="14167"/>
                    <a:pt x="18857" y="21397"/>
                  </a:cubicBezTo>
                  <a:cubicBezTo>
                    <a:pt x="18904" y="21542"/>
                    <a:pt x="18950" y="21600"/>
                    <a:pt x="18997" y="21600"/>
                  </a:cubicBezTo>
                  <a:cubicBezTo>
                    <a:pt x="19090" y="21600"/>
                    <a:pt x="19161" y="21101"/>
                    <a:pt x="19347" y="20689"/>
                  </a:cubicBezTo>
                  <a:cubicBezTo>
                    <a:pt x="21519" y="13605"/>
                    <a:pt x="14210" y="4555"/>
                    <a:pt x="6177" y="761"/>
                  </a:cubicBezTo>
                  <a:cubicBezTo>
                    <a:pt x="5407" y="480"/>
                    <a:pt x="1507" y="0"/>
                    <a:pt x="339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03" name="Google Shape;319;p29"/>
            <p:cNvSpPr/>
            <p:nvPr/>
          </p:nvSpPr>
          <p:spPr>
            <a:xfrm>
              <a:off x="523405" y="1333720"/>
              <a:ext cx="197307" cy="371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63" h="21600" fill="norm" stroke="1" extrusionOk="0">
                  <a:moveTo>
                    <a:pt x="11208" y="0"/>
                  </a:moveTo>
                  <a:cubicBezTo>
                    <a:pt x="7832" y="0"/>
                    <a:pt x="4412" y="1855"/>
                    <a:pt x="1346" y="3231"/>
                  </a:cubicBezTo>
                  <a:cubicBezTo>
                    <a:pt x="-412" y="3829"/>
                    <a:pt x="-444" y="18249"/>
                    <a:pt x="1228" y="18249"/>
                  </a:cubicBezTo>
                  <a:cubicBezTo>
                    <a:pt x="1271" y="18249"/>
                    <a:pt x="1303" y="18189"/>
                    <a:pt x="1346" y="18189"/>
                  </a:cubicBezTo>
                  <a:cubicBezTo>
                    <a:pt x="1614" y="18189"/>
                    <a:pt x="1893" y="18189"/>
                    <a:pt x="2172" y="18189"/>
                  </a:cubicBezTo>
                  <a:cubicBezTo>
                    <a:pt x="6631" y="18189"/>
                    <a:pt x="11208" y="21600"/>
                    <a:pt x="15603" y="21600"/>
                  </a:cubicBezTo>
                  <a:cubicBezTo>
                    <a:pt x="16804" y="21600"/>
                    <a:pt x="17983" y="21361"/>
                    <a:pt x="19141" y="20702"/>
                  </a:cubicBezTo>
                  <a:cubicBezTo>
                    <a:pt x="20706" y="19446"/>
                    <a:pt x="21156" y="8197"/>
                    <a:pt x="19591" y="5684"/>
                  </a:cubicBezTo>
                  <a:cubicBezTo>
                    <a:pt x="16997" y="1376"/>
                    <a:pt x="14124" y="0"/>
                    <a:pt x="11208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04" name="Google Shape;320;p29"/>
            <p:cNvSpPr/>
            <p:nvPr/>
          </p:nvSpPr>
          <p:spPr>
            <a:xfrm>
              <a:off x="529425" y="1415593"/>
              <a:ext cx="150399" cy="369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89" h="21600" fill="norm" stroke="1" extrusionOk="0">
                  <a:moveTo>
                    <a:pt x="10463" y="0"/>
                  </a:moveTo>
                  <a:cubicBezTo>
                    <a:pt x="7351" y="0"/>
                    <a:pt x="4239" y="1625"/>
                    <a:pt x="1817" y="3069"/>
                  </a:cubicBezTo>
                  <a:cubicBezTo>
                    <a:pt x="-534" y="4332"/>
                    <a:pt x="-675" y="18772"/>
                    <a:pt x="1817" y="18772"/>
                  </a:cubicBezTo>
                  <a:cubicBezTo>
                    <a:pt x="4915" y="18772"/>
                    <a:pt x="7999" y="18772"/>
                    <a:pt x="11223" y="20036"/>
                  </a:cubicBezTo>
                  <a:cubicBezTo>
                    <a:pt x="12997" y="20457"/>
                    <a:pt x="14772" y="21600"/>
                    <a:pt x="16532" y="21600"/>
                  </a:cubicBezTo>
                  <a:cubicBezTo>
                    <a:pt x="17560" y="21600"/>
                    <a:pt x="18588" y="21179"/>
                    <a:pt x="19615" y="20036"/>
                  </a:cubicBezTo>
                  <a:cubicBezTo>
                    <a:pt x="20784" y="18772"/>
                    <a:pt x="20925" y="11251"/>
                    <a:pt x="19911" y="8724"/>
                  </a:cubicBezTo>
                  <a:cubicBezTo>
                    <a:pt x="17475" y="2046"/>
                    <a:pt x="13983" y="0"/>
                    <a:pt x="10463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05" name="Google Shape;321;p29"/>
            <p:cNvSpPr/>
            <p:nvPr/>
          </p:nvSpPr>
          <p:spPr>
            <a:xfrm>
              <a:off x="540426" y="1488106"/>
              <a:ext cx="90290" cy="411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368" h="21600" fill="norm" stroke="1" extrusionOk="0">
                  <a:moveTo>
                    <a:pt x="3355" y="0"/>
                  </a:moveTo>
                  <a:cubicBezTo>
                    <a:pt x="-197" y="0"/>
                    <a:pt x="-1521" y="13338"/>
                    <a:pt x="2340" y="15444"/>
                  </a:cubicBezTo>
                  <a:cubicBezTo>
                    <a:pt x="4877" y="16578"/>
                    <a:pt x="7635" y="18252"/>
                    <a:pt x="10173" y="19386"/>
                  </a:cubicBezTo>
                  <a:cubicBezTo>
                    <a:pt x="11673" y="20466"/>
                    <a:pt x="13283" y="21600"/>
                    <a:pt x="14938" y="21600"/>
                  </a:cubicBezTo>
                  <a:cubicBezTo>
                    <a:pt x="15799" y="21600"/>
                    <a:pt x="16659" y="21276"/>
                    <a:pt x="17542" y="20520"/>
                  </a:cubicBezTo>
                  <a:cubicBezTo>
                    <a:pt x="19152" y="18792"/>
                    <a:pt x="20079" y="13770"/>
                    <a:pt x="18689" y="9774"/>
                  </a:cubicBezTo>
                  <a:cubicBezTo>
                    <a:pt x="16858" y="5292"/>
                    <a:pt x="14320" y="4752"/>
                    <a:pt x="12004" y="3618"/>
                  </a:cubicBezTo>
                  <a:cubicBezTo>
                    <a:pt x="9246" y="2484"/>
                    <a:pt x="6709" y="1350"/>
                    <a:pt x="4171" y="216"/>
                  </a:cubicBezTo>
                  <a:cubicBezTo>
                    <a:pt x="3885" y="54"/>
                    <a:pt x="3620" y="0"/>
                    <a:pt x="3355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06" name="Google Shape;322;p29"/>
            <p:cNvSpPr/>
            <p:nvPr/>
          </p:nvSpPr>
          <p:spPr>
            <a:xfrm>
              <a:off x="559646" y="1545293"/>
              <a:ext cx="77432" cy="350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358" h="21600" fill="norm" stroke="1" extrusionOk="0">
                  <a:moveTo>
                    <a:pt x="3143" y="0"/>
                  </a:moveTo>
                  <a:cubicBezTo>
                    <a:pt x="-534" y="0"/>
                    <a:pt x="-1383" y="16659"/>
                    <a:pt x="2757" y="17926"/>
                  </a:cubicBezTo>
                  <a:cubicBezTo>
                    <a:pt x="6126" y="19383"/>
                    <a:pt x="9751" y="21600"/>
                    <a:pt x="13377" y="21600"/>
                  </a:cubicBezTo>
                  <a:cubicBezTo>
                    <a:pt x="14663" y="21600"/>
                    <a:pt x="15974" y="21283"/>
                    <a:pt x="17234" y="20587"/>
                  </a:cubicBezTo>
                  <a:cubicBezTo>
                    <a:pt x="19677" y="19256"/>
                    <a:pt x="20217" y="9311"/>
                    <a:pt x="17774" y="6651"/>
                  </a:cubicBezTo>
                  <a:cubicBezTo>
                    <a:pt x="13480" y="1394"/>
                    <a:pt x="8388" y="1394"/>
                    <a:pt x="3554" y="63"/>
                  </a:cubicBezTo>
                  <a:cubicBezTo>
                    <a:pt x="3426" y="0"/>
                    <a:pt x="3271" y="0"/>
                    <a:pt x="3143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07" name="Google Shape;323;p29"/>
            <p:cNvSpPr/>
            <p:nvPr/>
          </p:nvSpPr>
          <p:spPr>
            <a:xfrm>
              <a:off x="516956" y="1253905"/>
              <a:ext cx="86760" cy="304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044" h="21600" fill="norm" stroke="1" extrusionOk="0">
                  <a:moveTo>
                    <a:pt x="11602" y="0"/>
                  </a:moveTo>
                  <a:cubicBezTo>
                    <a:pt x="8703" y="0"/>
                    <a:pt x="5709" y="1095"/>
                    <a:pt x="2976" y="1095"/>
                  </a:cubicBezTo>
                  <a:cubicBezTo>
                    <a:pt x="-992" y="1897"/>
                    <a:pt x="-992" y="20214"/>
                    <a:pt x="2976" y="20214"/>
                  </a:cubicBezTo>
                  <a:cubicBezTo>
                    <a:pt x="5590" y="20578"/>
                    <a:pt x="8394" y="21600"/>
                    <a:pt x="11174" y="21600"/>
                  </a:cubicBezTo>
                  <a:cubicBezTo>
                    <a:pt x="13669" y="21600"/>
                    <a:pt x="16117" y="20797"/>
                    <a:pt x="18351" y="17878"/>
                  </a:cubicBezTo>
                  <a:cubicBezTo>
                    <a:pt x="20608" y="15616"/>
                    <a:pt x="20608" y="6495"/>
                    <a:pt x="18351" y="3430"/>
                  </a:cubicBezTo>
                  <a:cubicBezTo>
                    <a:pt x="16259" y="730"/>
                    <a:pt x="13955" y="0"/>
                    <a:pt x="11602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08" name="Google Shape;324;p29"/>
            <p:cNvSpPr/>
            <p:nvPr/>
          </p:nvSpPr>
          <p:spPr>
            <a:xfrm>
              <a:off x="515062" y="533714"/>
              <a:ext cx="231944" cy="1398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22" h="21600" fill="norm" stroke="1" extrusionOk="0">
                  <a:moveTo>
                    <a:pt x="790" y="0"/>
                  </a:moveTo>
                  <a:cubicBezTo>
                    <a:pt x="174" y="0"/>
                    <a:pt x="-329" y="1286"/>
                    <a:pt x="268" y="2192"/>
                  </a:cubicBezTo>
                  <a:cubicBezTo>
                    <a:pt x="5619" y="10149"/>
                    <a:pt x="12927" y="20107"/>
                    <a:pt x="20218" y="21584"/>
                  </a:cubicBezTo>
                  <a:cubicBezTo>
                    <a:pt x="20255" y="21600"/>
                    <a:pt x="20283" y="21600"/>
                    <a:pt x="20320" y="21600"/>
                  </a:cubicBezTo>
                  <a:cubicBezTo>
                    <a:pt x="21113" y="21600"/>
                    <a:pt x="21271" y="19567"/>
                    <a:pt x="20609" y="18932"/>
                  </a:cubicBezTo>
                  <a:cubicBezTo>
                    <a:pt x="17691" y="15787"/>
                    <a:pt x="14093" y="14294"/>
                    <a:pt x="10979" y="11483"/>
                  </a:cubicBezTo>
                  <a:cubicBezTo>
                    <a:pt x="7567" y="8322"/>
                    <a:pt x="4360" y="4511"/>
                    <a:pt x="1340" y="365"/>
                  </a:cubicBezTo>
                  <a:cubicBezTo>
                    <a:pt x="1163" y="111"/>
                    <a:pt x="976" y="0"/>
                    <a:pt x="790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09" name="Google Shape;325;p29"/>
            <p:cNvSpPr/>
            <p:nvPr/>
          </p:nvSpPr>
          <p:spPr>
            <a:xfrm>
              <a:off x="539397" y="618672"/>
              <a:ext cx="137479" cy="796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76" h="21600" fill="norm" stroke="1" extrusionOk="0">
                  <a:moveTo>
                    <a:pt x="1395" y="0"/>
                  </a:moveTo>
                  <a:cubicBezTo>
                    <a:pt x="185" y="0"/>
                    <a:pt x="-642" y="3656"/>
                    <a:pt x="660" y="5553"/>
                  </a:cubicBezTo>
                  <a:cubicBezTo>
                    <a:pt x="5930" y="12558"/>
                    <a:pt x="12502" y="20428"/>
                    <a:pt x="19212" y="21600"/>
                  </a:cubicBezTo>
                  <a:cubicBezTo>
                    <a:pt x="20498" y="21600"/>
                    <a:pt x="20958" y="18363"/>
                    <a:pt x="19855" y="17219"/>
                  </a:cubicBezTo>
                  <a:cubicBezTo>
                    <a:pt x="16975" y="14288"/>
                    <a:pt x="13773" y="12558"/>
                    <a:pt x="10893" y="9628"/>
                  </a:cubicBezTo>
                  <a:cubicBezTo>
                    <a:pt x="7845" y="7033"/>
                    <a:pt x="4965" y="4102"/>
                    <a:pt x="2253" y="614"/>
                  </a:cubicBezTo>
                  <a:cubicBezTo>
                    <a:pt x="1962" y="195"/>
                    <a:pt x="1671" y="0"/>
                    <a:pt x="1395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10" name="Google Shape;326;p29"/>
            <p:cNvSpPr/>
            <p:nvPr/>
          </p:nvSpPr>
          <p:spPr>
            <a:xfrm>
              <a:off x="567774" y="707128"/>
              <a:ext cx="85710" cy="416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93" h="21600" fill="norm" stroke="1" extrusionOk="0">
                  <a:moveTo>
                    <a:pt x="2604" y="0"/>
                  </a:moveTo>
                  <a:cubicBezTo>
                    <a:pt x="-303" y="0"/>
                    <a:pt x="-1201" y="10667"/>
                    <a:pt x="2131" y="13227"/>
                  </a:cubicBezTo>
                  <a:cubicBezTo>
                    <a:pt x="6598" y="16373"/>
                    <a:pt x="11939" y="21600"/>
                    <a:pt x="16712" y="21600"/>
                  </a:cubicBezTo>
                  <a:cubicBezTo>
                    <a:pt x="16949" y="21600"/>
                    <a:pt x="17185" y="21547"/>
                    <a:pt x="17421" y="21547"/>
                  </a:cubicBezTo>
                  <a:cubicBezTo>
                    <a:pt x="19903" y="21013"/>
                    <a:pt x="20399" y="14880"/>
                    <a:pt x="18674" y="11520"/>
                  </a:cubicBezTo>
                  <a:cubicBezTo>
                    <a:pt x="14727" y="4853"/>
                    <a:pt x="8323" y="3200"/>
                    <a:pt x="3620" y="373"/>
                  </a:cubicBezTo>
                  <a:cubicBezTo>
                    <a:pt x="3266" y="107"/>
                    <a:pt x="2935" y="0"/>
                    <a:pt x="2604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11" name="Google Shape;327;p29"/>
            <p:cNvSpPr/>
            <p:nvPr/>
          </p:nvSpPr>
          <p:spPr>
            <a:xfrm>
              <a:off x="929354" y="632455"/>
              <a:ext cx="83788" cy="370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018" h="21600" fill="norm" stroke="1" extrusionOk="0">
                  <a:moveTo>
                    <a:pt x="14787" y="0"/>
                  </a:moveTo>
                  <a:cubicBezTo>
                    <a:pt x="10610" y="0"/>
                    <a:pt x="6039" y="4860"/>
                    <a:pt x="2034" y="7680"/>
                  </a:cubicBezTo>
                  <a:cubicBezTo>
                    <a:pt x="-1333" y="9420"/>
                    <a:pt x="-203" y="21600"/>
                    <a:pt x="3115" y="21600"/>
                  </a:cubicBezTo>
                  <a:cubicBezTo>
                    <a:pt x="3361" y="21600"/>
                    <a:pt x="3582" y="21540"/>
                    <a:pt x="3827" y="21420"/>
                  </a:cubicBezTo>
                  <a:cubicBezTo>
                    <a:pt x="8693" y="19620"/>
                    <a:pt x="15893" y="19620"/>
                    <a:pt x="19481" y="9540"/>
                  </a:cubicBezTo>
                  <a:cubicBezTo>
                    <a:pt x="20267" y="7680"/>
                    <a:pt x="20267" y="3300"/>
                    <a:pt x="18965" y="2040"/>
                  </a:cubicBezTo>
                  <a:cubicBezTo>
                    <a:pt x="17638" y="600"/>
                    <a:pt x="16237" y="0"/>
                    <a:pt x="14787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12" name="Google Shape;328;p29"/>
            <p:cNvSpPr/>
            <p:nvPr/>
          </p:nvSpPr>
          <p:spPr>
            <a:xfrm>
              <a:off x="924494" y="724922"/>
              <a:ext cx="58988" cy="258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42" h="21600" fill="norm" stroke="1" extrusionOk="0">
                  <a:moveTo>
                    <a:pt x="13171" y="0"/>
                  </a:moveTo>
                  <a:cubicBezTo>
                    <a:pt x="12293" y="0"/>
                    <a:pt x="11380" y="86"/>
                    <a:pt x="10431" y="86"/>
                  </a:cubicBezTo>
                  <a:cubicBezTo>
                    <a:pt x="7867" y="1033"/>
                    <a:pt x="5304" y="1033"/>
                    <a:pt x="2740" y="1893"/>
                  </a:cubicBezTo>
                  <a:cubicBezTo>
                    <a:pt x="-913" y="4647"/>
                    <a:pt x="-913" y="17211"/>
                    <a:pt x="2740" y="19018"/>
                  </a:cubicBezTo>
                  <a:cubicBezTo>
                    <a:pt x="5304" y="20825"/>
                    <a:pt x="7867" y="20825"/>
                    <a:pt x="10431" y="20825"/>
                  </a:cubicBezTo>
                  <a:cubicBezTo>
                    <a:pt x="11731" y="21170"/>
                    <a:pt x="12995" y="21600"/>
                    <a:pt x="14189" y="21600"/>
                  </a:cubicBezTo>
                  <a:cubicBezTo>
                    <a:pt x="15665" y="21600"/>
                    <a:pt x="17105" y="20998"/>
                    <a:pt x="18509" y="19018"/>
                  </a:cubicBezTo>
                  <a:cubicBezTo>
                    <a:pt x="20687" y="14457"/>
                    <a:pt x="20687" y="6454"/>
                    <a:pt x="18509" y="2840"/>
                  </a:cubicBezTo>
                  <a:cubicBezTo>
                    <a:pt x="16788" y="430"/>
                    <a:pt x="15032" y="0"/>
                    <a:pt x="13171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13" name="Google Shape;329;p29"/>
            <p:cNvSpPr/>
            <p:nvPr/>
          </p:nvSpPr>
          <p:spPr>
            <a:xfrm>
              <a:off x="928274" y="806691"/>
              <a:ext cx="60865" cy="268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097" h="21600" fill="norm" stroke="1" extrusionOk="0">
                  <a:moveTo>
                    <a:pt x="4254" y="0"/>
                  </a:moveTo>
                  <a:cubicBezTo>
                    <a:pt x="-1418" y="0"/>
                    <a:pt x="-1418" y="21600"/>
                    <a:pt x="4254" y="21600"/>
                  </a:cubicBezTo>
                  <a:lnTo>
                    <a:pt x="12371" y="21600"/>
                  </a:lnTo>
                  <a:cubicBezTo>
                    <a:pt x="15224" y="21600"/>
                    <a:pt x="18042" y="21600"/>
                    <a:pt x="19842" y="14731"/>
                  </a:cubicBezTo>
                  <a:cubicBezTo>
                    <a:pt x="20182" y="12083"/>
                    <a:pt x="20182" y="9517"/>
                    <a:pt x="19842" y="6869"/>
                  </a:cubicBezTo>
                  <a:cubicBezTo>
                    <a:pt x="18042" y="0"/>
                    <a:pt x="15224" y="0"/>
                    <a:pt x="12371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14" name="Google Shape;330;p29"/>
            <p:cNvSpPr/>
            <p:nvPr/>
          </p:nvSpPr>
          <p:spPr>
            <a:xfrm>
              <a:off x="941156" y="876324"/>
              <a:ext cx="46363" cy="261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59" h="21600" fill="norm" stroke="1" extrusionOk="0">
                  <a:moveTo>
                    <a:pt x="6171" y="0"/>
                  </a:moveTo>
                  <a:cubicBezTo>
                    <a:pt x="2763" y="0"/>
                    <a:pt x="0" y="4337"/>
                    <a:pt x="0" y="10800"/>
                  </a:cubicBezTo>
                  <a:cubicBezTo>
                    <a:pt x="0" y="17943"/>
                    <a:pt x="2717" y="21600"/>
                    <a:pt x="6079" y="21600"/>
                  </a:cubicBezTo>
                  <a:cubicBezTo>
                    <a:pt x="6448" y="21600"/>
                    <a:pt x="6816" y="21515"/>
                    <a:pt x="7185" y="21430"/>
                  </a:cubicBezTo>
                  <a:cubicBezTo>
                    <a:pt x="11007" y="20494"/>
                    <a:pt x="14415" y="19644"/>
                    <a:pt x="18238" y="17858"/>
                  </a:cubicBezTo>
                  <a:cubicBezTo>
                    <a:pt x="21600" y="16157"/>
                    <a:pt x="21600" y="6293"/>
                    <a:pt x="18238" y="4507"/>
                  </a:cubicBezTo>
                  <a:cubicBezTo>
                    <a:pt x="14415" y="1956"/>
                    <a:pt x="11007" y="1020"/>
                    <a:pt x="7185" y="170"/>
                  </a:cubicBezTo>
                  <a:cubicBezTo>
                    <a:pt x="6862" y="85"/>
                    <a:pt x="6494" y="0"/>
                    <a:pt x="6171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15" name="Google Shape;331;p29"/>
            <p:cNvSpPr/>
            <p:nvPr/>
          </p:nvSpPr>
          <p:spPr>
            <a:xfrm>
              <a:off x="943522" y="1590344"/>
              <a:ext cx="91233" cy="283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04" h="21600" fill="norm" stroke="1" extrusionOk="0">
                  <a:moveTo>
                    <a:pt x="15090" y="0"/>
                  </a:moveTo>
                  <a:cubicBezTo>
                    <a:pt x="13848" y="0"/>
                    <a:pt x="12560" y="548"/>
                    <a:pt x="11226" y="939"/>
                  </a:cubicBezTo>
                  <a:cubicBezTo>
                    <a:pt x="8327" y="939"/>
                    <a:pt x="5222" y="1722"/>
                    <a:pt x="2346" y="2583"/>
                  </a:cubicBezTo>
                  <a:cubicBezTo>
                    <a:pt x="-782" y="3365"/>
                    <a:pt x="-782" y="18939"/>
                    <a:pt x="2346" y="18939"/>
                  </a:cubicBezTo>
                  <a:cubicBezTo>
                    <a:pt x="5222" y="19722"/>
                    <a:pt x="8327" y="20583"/>
                    <a:pt x="11226" y="21365"/>
                  </a:cubicBezTo>
                  <a:cubicBezTo>
                    <a:pt x="12376" y="21365"/>
                    <a:pt x="13480" y="21600"/>
                    <a:pt x="14561" y="21600"/>
                  </a:cubicBezTo>
                  <a:cubicBezTo>
                    <a:pt x="16194" y="21600"/>
                    <a:pt x="17713" y="21052"/>
                    <a:pt x="19162" y="18078"/>
                  </a:cubicBezTo>
                  <a:cubicBezTo>
                    <a:pt x="20818" y="14791"/>
                    <a:pt x="20818" y="6652"/>
                    <a:pt x="19162" y="3365"/>
                  </a:cubicBezTo>
                  <a:cubicBezTo>
                    <a:pt x="17874" y="783"/>
                    <a:pt x="16516" y="0"/>
                    <a:pt x="15090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16" name="Google Shape;332;p29"/>
            <p:cNvSpPr/>
            <p:nvPr/>
          </p:nvSpPr>
          <p:spPr>
            <a:xfrm>
              <a:off x="935422" y="1514951"/>
              <a:ext cx="74699" cy="276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009" h="21600" fill="norm" stroke="1" extrusionOk="0">
                  <a:moveTo>
                    <a:pt x="14430" y="0"/>
                  </a:moveTo>
                  <a:cubicBezTo>
                    <a:pt x="13301" y="0"/>
                    <a:pt x="12143" y="321"/>
                    <a:pt x="11014" y="321"/>
                  </a:cubicBezTo>
                  <a:cubicBezTo>
                    <a:pt x="8424" y="321"/>
                    <a:pt x="5834" y="1204"/>
                    <a:pt x="3245" y="1204"/>
                  </a:cubicBezTo>
                  <a:cubicBezTo>
                    <a:pt x="-1081" y="1204"/>
                    <a:pt x="-1081" y="20396"/>
                    <a:pt x="3245" y="20396"/>
                  </a:cubicBezTo>
                  <a:cubicBezTo>
                    <a:pt x="5834" y="20396"/>
                    <a:pt x="8424" y="21279"/>
                    <a:pt x="11014" y="21279"/>
                  </a:cubicBezTo>
                  <a:cubicBezTo>
                    <a:pt x="12143" y="21279"/>
                    <a:pt x="13301" y="21600"/>
                    <a:pt x="14430" y="21600"/>
                  </a:cubicBezTo>
                  <a:cubicBezTo>
                    <a:pt x="15835" y="21600"/>
                    <a:pt x="17213" y="21118"/>
                    <a:pt x="18480" y="18709"/>
                  </a:cubicBezTo>
                  <a:cubicBezTo>
                    <a:pt x="20519" y="14614"/>
                    <a:pt x="20519" y="6986"/>
                    <a:pt x="18480" y="2810"/>
                  </a:cubicBezTo>
                  <a:cubicBezTo>
                    <a:pt x="17213" y="482"/>
                    <a:pt x="15835" y="0"/>
                    <a:pt x="14430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17" name="Google Shape;333;p29"/>
            <p:cNvSpPr/>
            <p:nvPr/>
          </p:nvSpPr>
          <p:spPr>
            <a:xfrm>
              <a:off x="947610" y="1426290"/>
              <a:ext cx="47777" cy="278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21" h="21600" fill="norm" stroke="1" extrusionOk="0">
                  <a:moveTo>
                    <a:pt x="5182" y="0"/>
                  </a:moveTo>
                  <a:cubicBezTo>
                    <a:pt x="-1728" y="0"/>
                    <a:pt x="-1728" y="20723"/>
                    <a:pt x="5182" y="21600"/>
                  </a:cubicBezTo>
                  <a:cubicBezTo>
                    <a:pt x="9486" y="21600"/>
                    <a:pt x="13334" y="21600"/>
                    <a:pt x="17265" y="17455"/>
                  </a:cubicBezTo>
                  <a:cubicBezTo>
                    <a:pt x="19872" y="14985"/>
                    <a:pt x="19872" y="6615"/>
                    <a:pt x="17265" y="4065"/>
                  </a:cubicBezTo>
                  <a:cubicBezTo>
                    <a:pt x="13334" y="0"/>
                    <a:pt x="9486" y="0"/>
                    <a:pt x="5182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18" name="Google Shape;334;p29"/>
            <p:cNvSpPr/>
            <p:nvPr/>
          </p:nvSpPr>
          <p:spPr>
            <a:xfrm>
              <a:off x="555553" y="0"/>
              <a:ext cx="463877" cy="6191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1772" y="0"/>
                  </a:moveTo>
                  <a:cubicBezTo>
                    <a:pt x="8468" y="0"/>
                    <a:pt x="5101" y="1069"/>
                    <a:pt x="3400" y="3043"/>
                  </a:cubicBezTo>
                  <a:cubicBezTo>
                    <a:pt x="53" y="7054"/>
                    <a:pt x="1753" y="11808"/>
                    <a:pt x="3003" y="16229"/>
                  </a:cubicBezTo>
                  <a:cubicBezTo>
                    <a:pt x="3353" y="17018"/>
                    <a:pt x="1403" y="17090"/>
                    <a:pt x="0" y="17391"/>
                  </a:cubicBezTo>
                  <a:cubicBezTo>
                    <a:pt x="1403" y="18891"/>
                    <a:pt x="4555" y="20272"/>
                    <a:pt x="6600" y="20800"/>
                  </a:cubicBezTo>
                  <a:cubicBezTo>
                    <a:pt x="8606" y="21331"/>
                    <a:pt x="10920" y="21600"/>
                    <a:pt x="13132" y="21600"/>
                  </a:cubicBezTo>
                  <a:cubicBezTo>
                    <a:pt x="13410" y="21600"/>
                    <a:pt x="13683" y="21596"/>
                    <a:pt x="13951" y="21586"/>
                  </a:cubicBezTo>
                  <a:cubicBezTo>
                    <a:pt x="15752" y="21510"/>
                    <a:pt x="17304" y="21324"/>
                    <a:pt x="18755" y="20463"/>
                  </a:cubicBezTo>
                  <a:cubicBezTo>
                    <a:pt x="20202" y="19673"/>
                    <a:pt x="21499" y="18550"/>
                    <a:pt x="21600" y="17201"/>
                  </a:cubicBezTo>
                  <a:cubicBezTo>
                    <a:pt x="20254" y="17201"/>
                    <a:pt x="18453" y="17165"/>
                    <a:pt x="18300" y="16193"/>
                  </a:cubicBezTo>
                  <a:cubicBezTo>
                    <a:pt x="18300" y="15891"/>
                    <a:pt x="18453" y="15594"/>
                    <a:pt x="18602" y="15328"/>
                  </a:cubicBezTo>
                  <a:cubicBezTo>
                    <a:pt x="19799" y="13197"/>
                    <a:pt x="20503" y="10911"/>
                    <a:pt x="20652" y="8626"/>
                  </a:cubicBezTo>
                  <a:cubicBezTo>
                    <a:pt x="20752" y="6380"/>
                    <a:pt x="20503" y="3567"/>
                    <a:pt x="18453" y="1959"/>
                  </a:cubicBezTo>
                  <a:cubicBezTo>
                    <a:pt x="16782" y="628"/>
                    <a:pt x="14296" y="0"/>
                    <a:pt x="11772" y="0"/>
                  </a:cubicBezTo>
                  <a:close/>
                </a:path>
              </a:pathLst>
            </a:custGeom>
            <a:solidFill>
              <a:srgbClr val="BE1F8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19" name="Google Shape;335;p29"/>
            <p:cNvSpPr/>
            <p:nvPr/>
          </p:nvSpPr>
          <p:spPr>
            <a:xfrm>
              <a:off x="690494" y="122500"/>
              <a:ext cx="263134" cy="3773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24" h="21600" fill="norm" stroke="1" extrusionOk="0">
                  <a:moveTo>
                    <a:pt x="11390" y="0"/>
                  </a:moveTo>
                  <a:cubicBezTo>
                    <a:pt x="9557" y="0"/>
                    <a:pt x="7772" y="177"/>
                    <a:pt x="6521" y="442"/>
                  </a:cubicBezTo>
                  <a:cubicBezTo>
                    <a:pt x="-543" y="1913"/>
                    <a:pt x="-1117" y="11009"/>
                    <a:pt x="1266" y="15006"/>
                  </a:cubicBezTo>
                  <a:cubicBezTo>
                    <a:pt x="2328" y="16731"/>
                    <a:pt x="3728" y="19310"/>
                    <a:pt x="5860" y="20417"/>
                  </a:cubicBezTo>
                  <a:cubicBezTo>
                    <a:pt x="7245" y="21164"/>
                    <a:pt x="8999" y="21600"/>
                    <a:pt x="10729" y="21600"/>
                  </a:cubicBezTo>
                  <a:cubicBezTo>
                    <a:pt x="11563" y="21600"/>
                    <a:pt x="12397" y="21500"/>
                    <a:pt x="13168" y="21276"/>
                  </a:cubicBezTo>
                  <a:cubicBezTo>
                    <a:pt x="16456" y="20293"/>
                    <a:pt x="18178" y="17591"/>
                    <a:pt x="18918" y="15006"/>
                  </a:cubicBezTo>
                  <a:cubicBezTo>
                    <a:pt x="19492" y="13223"/>
                    <a:pt x="19736" y="11380"/>
                    <a:pt x="19901" y="9602"/>
                  </a:cubicBezTo>
                  <a:cubicBezTo>
                    <a:pt x="20231" y="7017"/>
                    <a:pt x="20483" y="3703"/>
                    <a:pt x="18422" y="1672"/>
                  </a:cubicBezTo>
                  <a:cubicBezTo>
                    <a:pt x="17226" y="436"/>
                    <a:pt x="14253" y="0"/>
                    <a:pt x="11390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20" name="Google Shape;336;p29"/>
            <p:cNvSpPr/>
            <p:nvPr/>
          </p:nvSpPr>
          <p:spPr>
            <a:xfrm>
              <a:off x="702041" y="310005"/>
              <a:ext cx="269674" cy="2338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13" h="21600" fill="norm" stroke="1" extrusionOk="0">
                  <a:moveTo>
                    <a:pt x="11674" y="0"/>
                  </a:moveTo>
                  <a:cubicBezTo>
                    <a:pt x="10853" y="0"/>
                    <a:pt x="10024" y="57"/>
                    <a:pt x="9187" y="152"/>
                  </a:cubicBezTo>
                  <a:cubicBezTo>
                    <a:pt x="7250" y="351"/>
                    <a:pt x="2237" y="1444"/>
                    <a:pt x="781" y="3429"/>
                  </a:cubicBezTo>
                  <a:cubicBezTo>
                    <a:pt x="-1001" y="5804"/>
                    <a:pt x="703" y="11360"/>
                    <a:pt x="1587" y="13840"/>
                  </a:cubicBezTo>
                  <a:cubicBezTo>
                    <a:pt x="2392" y="16024"/>
                    <a:pt x="3454" y="18304"/>
                    <a:pt x="5143" y="19795"/>
                  </a:cubicBezTo>
                  <a:cubicBezTo>
                    <a:pt x="6994" y="21296"/>
                    <a:pt x="9295" y="21600"/>
                    <a:pt x="11581" y="21600"/>
                  </a:cubicBezTo>
                  <a:cubicBezTo>
                    <a:pt x="11999" y="21600"/>
                    <a:pt x="12418" y="21591"/>
                    <a:pt x="12836" y="21572"/>
                  </a:cubicBezTo>
                  <a:cubicBezTo>
                    <a:pt x="13804" y="21572"/>
                    <a:pt x="14936" y="21182"/>
                    <a:pt x="15819" y="20783"/>
                  </a:cubicBezTo>
                  <a:cubicBezTo>
                    <a:pt x="17926" y="19890"/>
                    <a:pt x="18980" y="17212"/>
                    <a:pt x="19623" y="13640"/>
                  </a:cubicBezTo>
                  <a:cubicBezTo>
                    <a:pt x="20111" y="10961"/>
                    <a:pt x="20599" y="7191"/>
                    <a:pt x="20111" y="5205"/>
                  </a:cubicBezTo>
                  <a:cubicBezTo>
                    <a:pt x="19786" y="3524"/>
                    <a:pt x="18895" y="1643"/>
                    <a:pt x="16470" y="750"/>
                  </a:cubicBezTo>
                  <a:cubicBezTo>
                    <a:pt x="14905" y="218"/>
                    <a:pt x="13309" y="0"/>
                    <a:pt x="11674" y="0"/>
                  </a:cubicBezTo>
                  <a:close/>
                </a:path>
              </a:pathLst>
            </a:custGeom>
            <a:solidFill>
              <a:srgbClr val="F4C3B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21" name="Google Shape;337;p29"/>
            <p:cNvSpPr/>
            <p:nvPr/>
          </p:nvSpPr>
          <p:spPr>
            <a:xfrm>
              <a:off x="580226" y="209618"/>
              <a:ext cx="97828" cy="387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22" h="21600" fill="norm" stroke="1" extrusionOk="0">
                  <a:moveTo>
                    <a:pt x="1894" y="0"/>
                  </a:moveTo>
                  <a:cubicBezTo>
                    <a:pt x="1894" y="0"/>
                    <a:pt x="250" y="0"/>
                    <a:pt x="25" y="11975"/>
                  </a:cubicBezTo>
                  <a:cubicBezTo>
                    <a:pt x="-178" y="20798"/>
                    <a:pt x="903" y="21600"/>
                    <a:pt x="1286" y="21600"/>
                  </a:cubicBezTo>
                  <a:cubicBezTo>
                    <a:pt x="1376" y="21600"/>
                    <a:pt x="1444" y="21543"/>
                    <a:pt x="1444" y="21543"/>
                  </a:cubicBezTo>
                  <a:lnTo>
                    <a:pt x="21422" y="21543"/>
                  </a:lnTo>
                  <a:lnTo>
                    <a:pt x="21422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22" name="Google Shape;338;p29"/>
            <p:cNvSpPr/>
            <p:nvPr/>
          </p:nvSpPr>
          <p:spPr>
            <a:xfrm>
              <a:off x="674849" y="162408"/>
              <a:ext cx="354365" cy="3704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71" h="21600" fill="norm" stroke="1" extrusionOk="0">
                  <a:moveTo>
                    <a:pt x="3571" y="0"/>
                  </a:moveTo>
                  <a:cubicBezTo>
                    <a:pt x="3571" y="0"/>
                    <a:pt x="-68" y="0"/>
                    <a:pt x="1" y="3694"/>
                  </a:cubicBezTo>
                  <a:cubicBezTo>
                    <a:pt x="1" y="3694"/>
                    <a:pt x="1104" y="18218"/>
                    <a:pt x="4812" y="18973"/>
                  </a:cubicBezTo>
                  <a:lnTo>
                    <a:pt x="14571" y="21600"/>
                  </a:lnTo>
                  <a:cubicBezTo>
                    <a:pt x="19320" y="20473"/>
                    <a:pt x="21470" y="3694"/>
                    <a:pt x="21470" y="3694"/>
                  </a:cubicBezTo>
                  <a:cubicBezTo>
                    <a:pt x="21532" y="0"/>
                    <a:pt x="17955" y="0"/>
                    <a:pt x="17955" y="0"/>
                  </a:cubicBezTo>
                  <a:close/>
                </a:path>
              </a:pathLst>
            </a:custGeom>
            <a:solidFill>
              <a:srgbClr val="F4C3B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23" name="Google Shape;339;p29"/>
            <p:cNvSpPr/>
            <p:nvPr/>
          </p:nvSpPr>
          <p:spPr>
            <a:xfrm>
              <a:off x="697921" y="179584"/>
              <a:ext cx="308283" cy="1242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68" h="21600" fill="norm" stroke="1" extrusionOk="0">
                  <a:moveTo>
                    <a:pt x="3454" y="0"/>
                  </a:moveTo>
                  <a:cubicBezTo>
                    <a:pt x="3454" y="0"/>
                    <a:pt x="33" y="0"/>
                    <a:pt x="33" y="7832"/>
                  </a:cubicBezTo>
                  <a:cubicBezTo>
                    <a:pt x="33" y="7832"/>
                    <a:pt x="-534" y="19240"/>
                    <a:pt x="3031" y="20903"/>
                  </a:cubicBezTo>
                  <a:cubicBezTo>
                    <a:pt x="3994" y="21350"/>
                    <a:pt x="4854" y="21600"/>
                    <a:pt x="5612" y="21600"/>
                  </a:cubicBezTo>
                  <a:cubicBezTo>
                    <a:pt x="7709" y="21600"/>
                    <a:pt x="9027" y="19794"/>
                    <a:pt x="9655" y="15681"/>
                  </a:cubicBezTo>
                  <a:cubicBezTo>
                    <a:pt x="10017" y="13071"/>
                    <a:pt x="10440" y="12320"/>
                    <a:pt x="10795" y="12141"/>
                  </a:cubicBezTo>
                  <a:lnTo>
                    <a:pt x="11512" y="12141"/>
                  </a:lnTo>
                  <a:cubicBezTo>
                    <a:pt x="11867" y="12320"/>
                    <a:pt x="12366" y="13071"/>
                    <a:pt x="12728" y="15681"/>
                  </a:cubicBezTo>
                  <a:cubicBezTo>
                    <a:pt x="13356" y="19794"/>
                    <a:pt x="13636" y="21600"/>
                    <a:pt x="15179" y="21600"/>
                  </a:cubicBezTo>
                  <a:cubicBezTo>
                    <a:pt x="15739" y="21600"/>
                    <a:pt x="16463" y="21350"/>
                    <a:pt x="17433" y="20903"/>
                  </a:cubicBezTo>
                  <a:cubicBezTo>
                    <a:pt x="21066" y="19240"/>
                    <a:pt x="20424" y="7832"/>
                    <a:pt x="20424" y="7832"/>
                  </a:cubicBezTo>
                  <a:cubicBezTo>
                    <a:pt x="20492" y="0"/>
                    <a:pt x="17003" y="0"/>
                    <a:pt x="17003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24" name="Google Shape;340;p29"/>
            <p:cNvSpPr/>
            <p:nvPr/>
          </p:nvSpPr>
          <p:spPr>
            <a:xfrm>
              <a:off x="539507" y="489898"/>
              <a:ext cx="490768" cy="1385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5" h="21600" fill="norm" stroke="1" extrusionOk="0">
                  <a:moveTo>
                    <a:pt x="21107" y="0"/>
                  </a:moveTo>
                  <a:cubicBezTo>
                    <a:pt x="20899" y="0"/>
                    <a:pt x="20696" y="208"/>
                    <a:pt x="20678" y="673"/>
                  </a:cubicBezTo>
                  <a:cubicBezTo>
                    <a:pt x="20112" y="9381"/>
                    <a:pt x="19308" y="11882"/>
                    <a:pt x="17417" y="15234"/>
                  </a:cubicBezTo>
                  <a:cubicBezTo>
                    <a:pt x="16007" y="17816"/>
                    <a:pt x="14438" y="18521"/>
                    <a:pt x="12864" y="18521"/>
                  </a:cubicBezTo>
                  <a:cubicBezTo>
                    <a:pt x="12493" y="18521"/>
                    <a:pt x="12123" y="18489"/>
                    <a:pt x="11752" y="18425"/>
                  </a:cubicBezTo>
                  <a:cubicBezTo>
                    <a:pt x="7601" y="17575"/>
                    <a:pt x="3821" y="12732"/>
                    <a:pt x="1040" y="1347"/>
                  </a:cubicBezTo>
                  <a:cubicBezTo>
                    <a:pt x="981" y="1042"/>
                    <a:pt x="868" y="946"/>
                    <a:pt x="733" y="946"/>
                  </a:cubicBezTo>
                  <a:cubicBezTo>
                    <a:pt x="416" y="946"/>
                    <a:pt x="0" y="1507"/>
                    <a:pt x="0" y="1507"/>
                  </a:cubicBezTo>
                  <a:cubicBezTo>
                    <a:pt x="3075" y="15218"/>
                    <a:pt x="8306" y="21600"/>
                    <a:pt x="13117" y="21600"/>
                  </a:cubicBezTo>
                  <a:cubicBezTo>
                    <a:pt x="13185" y="21600"/>
                    <a:pt x="13248" y="21600"/>
                    <a:pt x="13312" y="21600"/>
                  </a:cubicBezTo>
                  <a:cubicBezTo>
                    <a:pt x="16947" y="21600"/>
                    <a:pt x="21193" y="15410"/>
                    <a:pt x="21573" y="834"/>
                  </a:cubicBezTo>
                  <a:cubicBezTo>
                    <a:pt x="21600" y="289"/>
                    <a:pt x="21347" y="0"/>
                    <a:pt x="21107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25" name="Google Shape;341;p29"/>
            <p:cNvSpPr/>
            <p:nvPr/>
          </p:nvSpPr>
          <p:spPr>
            <a:xfrm>
              <a:off x="748548" y="215892"/>
              <a:ext cx="37225" cy="371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543" h="21600" fill="norm" stroke="1" extrusionOk="0">
                  <a:moveTo>
                    <a:pt x="2625" y="0"/>
                  </a:moveTo>
                  <a:cubicBezTo>
                    <a:pt x="735" y="0"/>
                    <a:pt x="-1047" y="3171"/>
                    <a:pt x="735" y="5086"/>
                  </a:cubicBezTo>
                  <a:cubicBezTo>
                    <a:pt x="5271" y="10112"/>
                    <a:pt x="10293" y="15736"/>
                    <a:pt x="15423" y="20762"/>
                  </a:cubicBezTo>
                  <a:cubicBezTo>
                    <a:pt x="15963" y="21361"/>
                    <a:pt x="16503" y="21600"/>
                    <a:pt x="17097" y="21600"/>
                  </a:cubicBezTo>
                  <a:cubicBezTo>
                    <a:pt x="18933" y="21600"/>
                    <a:pt x="20553" y="18907"/>
                    <a:pt x="18771" y="16993"/>
                  </a:cubicBezTo>
                  <a:cubicBezTo>
                    <a:pt x="13695" y="12027"/>
                    <a:pt x="9213" y="6342"/>
                    <a:pt x="4137" y="778"/>
                  </a:cubicBezTo>
                  <a:cubicBezTo>
                    <a:pt x="3651" y="239"/>
                    <a:pt x="3165" y="0"/>
                    <a:pt x="2625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26" name="Google Shape;342;p29"/>
            <p:cNvSpPr/>
            <p:nvPr/>
          </p:nvSpPr>
          <p:spPr>
            <a:xfrm>
              <a:off x="720654" y="224429"/>
              <a:ext cx="64022" cy="639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02" h="21600" fill="norm" stroke="1" extrusionOk="0">
                  <a:moveTo>
                    <a:pt x="1502" y="0"/>
                  </a:moveTo>
                  <a:cubicBezTo>
                    <a:pt x="355" y="0"/>
                    <a:pt x="-596" y="1528"/>
                    <a:pt x="453" y="2639"/>
                  </a:cubicBezTo>
                  <a:lnTo>
                    <a:pt x="17890" y="21114"/>
                  </a:lnTo>
                  <a:cubicBezTo>
                    <a:pt x="18218" y="21461"/>
                    <a:pt x="18579" y="21600"/>
                    <a:pt x="18906" y="21600"/>
                  </a:cubicBezTo>
                  <a:cubicBezTo>
                    <a:pt x="20021" y="21600"/>
                    <a:pt x="21004" y="20037"/>
                    <a:pt x="19955" y="18926"/>
                  </a:cubicBezTo>
                  <a:lnTo>
                    <a:pt x="2518" y="451"/>
                  </a:lnTo>
                  <a:cubicBezTo>
                    <a:pt x="2190" y="139"/>
                    <a:pt x="1829" y="0"/>
                    <a:pt x="1502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27" name="Google Shape;343;p29"/>
            <p:cNvSpPr/>
            <p:nvPr/>
          </p:nvSpPr>
          <p:spPr>
            <a:xfrm>
              <a:off x="772184" y="198613"/>
              <a:ext cx="36067" cy="36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520" h="21600" fill="norm" stroke="1" extrusionOk="0">
                  <a:moveTo>
                    <a:pt x="2551" y="0"/>
                  </a:moveTo>
                  <a:cubicBezTo>
                    <a:pt x="602" y="0"/>
                    <a:pt x="-1012" y="2715"/>
                    <a:pt x="769" y="4690"/>
                  </a:cubicBezTo>
                  <a:lnTo>
                    <a:pt x="15299" y="20798"/>
                  </a:lnTo>
                  <a:cubicBezTo>
                    <a:pt x="15745" y="21353"/>
                    <a:pt x="16301" y="21600"/>
                    <a:pt x="16858" y="21600"/>
                  </a:cubicBezTo>
                  <a:cubicBezTo>
                    <a:pt x="18807" y="21600"/>
                    <a:pt x="20588" y="18329"/>
                    <a:pt x="18751" y="16293"/>
                  </a:cubicBezTo>
                  <a:cubicBezTo>
                    <a:pt x="14130" y="11170"/>
                    <a:pt x="8897" y="5986"/>
                    <a:pt x="4277" y="864"/>
                  </a:cubicBezTo>
                  <a:cubicBezTo>
                    <a:pt x="3720" y="247"/>
                    <a:pt x="3108" y="0"/>
                    <a:pt x="2551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28" name="Google Shape;344;p29"/>
            <p:cNvSpPr/>
            <p:nvPr/>
          </p:nvSpPr>
          <p:spPr>
            <a:xfrm>
              <a:off x="878583" y="200773"/>
              <a:ext cx="74543" cy="736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90" h="21600" fill="norm" stroke="1" extrusionOk="0">
                  <a:moveTo>
                    <a:pt x="1509" y="0"/>
                  </a:moveTo>
                  <a:cubicBezTo>
                    <a:pt x="463" y="0"/>
                    <a:pt x="-555" y="1327"/>
                    <a:pt x="350" y="2293"/>
                  </a:cubicBezTo>
                  <a:lnTo>
                    <a:pt x="18076" y="21208"/>
                  </a:lnTo>
                  <a:cubicBezTo>
                    <a:pt x="18331" y="21479"/>
                    <a:pt x="18670" y="21600"/>
                    <a:pt x="18981" y="21600"/>
                  </a:cubicBezTo>
                  <a:cubicBezTo>
                    <a:pt x="20027" y="21600"/>
                    <a:pt x="21045" y="20273"/>
                    <a:pt x="20140" y="19307"/>
                  </a:cubicBezTo>
                  <a:lnTo>
                    <a:pt x="2442" y="422"/>
                  </a:lnTo>
                  <a:cubicBezTo>
                    <a:pt x="2159" y="121"/>
                    <a:pt x="1848" y="0"/>
                    <a:pt x="1509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29" name="Google Shape;345;p29"/>
            <p:cNvSpPr/>
            <p:nvPr/>
          </p:nvSpPr>
          <p:spPr>
            <a:xfrm>
              <a:off x="924635" y="214658"/>
              <a:ext cx="28640" cy="285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093" h="21600" fill="norm" stroke="1" extrusionOk="0">
                  <a:moveTo>
                    <a:pt x="3129" y="0"/>
                  </a:moveTo>
                  <a:cubicBezTo>
                    <a:pt x="797" y="0"/>
                    <a:pt x="-1260" y="3496"/>
                    <a:pt x="934" y="5983"/>
                  </a:cubicBezTo>
                  <a:lnTo>
                    <a:pt x="13826" y="20590"/>
                  </a:lnTo>
                  <a:cubicBezTo>
                    <a:pt x="14511" y="21289"/>
                    <a:pt x="15266" y="21600"/>
                    <a:pt x="15951" y="21600"/>
                  </a:cubicBezTo>
                  <a:cubicBezTo>
                    <a:pt x="18351" y="21600"/>
                    <a:pt x="20340" y="18181"/>
                    <a:pt x="18146" y="15695"/>
                  </a:cubicBezTo>
                  <a:lnTo>
                    <a:pt x="5254" y="1088"/>
                  </a:lnTo>
                  <a:cubicBezTo>
                    <a:pt x="4569" y="311"/>
                    <a:pt x="3883" y="0"/>
                    <a:pt x="3129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30" name="Google Shape;346;p29"/>
            <p:cNvSpPr/>
            <p:nvPr/>
          </p:nvSpPr>
          <p:spPr>
            <a:xfrm>
              <a:off x="947160" y="206121"/>
              <a:ext cx="20004" cy="199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184" h="21600" fill="norm" stroke="1" extrusionOk="0">
                  <a:moveTo>
                    <a:pt x="4266" y="0"/>
                  </a:moveTo>
                  <a:cubicBezTo>
                    <a:pt x="1087" y="0"/>
                    <a:pt x="-1718" y="4899"/>
                    <a:pt x="1274" y="8462"/>
                  </a:cubicBezTo>
                  <a:lnTo>
                    <a:pt x="11092" y="20041"/>
                  </a:lnTo>
                  <a:cubicBezTo>
                    <a:pt x="11934" y="21155"/>
                    <a:pt x="12963" y="21600"/>
                    <a:pt x="13991" y="21600"/>
                  </a:cubicBezTo>
                  <a:cubicBezTo>
                    <a:pt x="17170" y="21600"/>
                    <a:pt x="19882" y="16701"/>
                    <a:pt x="16890" y="13138"/>
                  </a:cubicBezTo>
                  <a:lnTo>
                    <a:pt x="7165" y="1447"/>
                  </a:lnTo>
                  <a:cubicBezTo>
                    <a:pt x="6230" y="445"/>
                    <a:pt x="5201" y="0"/>
                    <a:pt x="4266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31" name="Google Shape;347;p29"/>
            <p:cNvSpPr/>
            <p:nvPr/>
          </p:nvSpPr>
          <p:spPr>
            <a:xfrm>
              <a:off x="1613229" y="1309344"/>
              <a:ext cx="305747" cy="1929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469" h="21600" fill="norm" stroke="1" extrusionOk="0">
                  <a:moveTo>
                    <a:pt x="10471" y="0"/>
                  </a:moveTo>
                  <a:cubicBezTo>
                    <a:pt x="10314" y="0"/>
                    <a:pt x="10150" y="35"/>
                    <a:pt x="9987" y="104"/>
                  </a:cubicBezTo>
                  <a:cubicBezTo>
                    <a:pt x="8683" y="702"/>
                    <a:pt x="7864" y="3707"/>
                    <a:pt x="6843" y="5158"/>
                  </a:cubicBezTo>
                  <a:cubicBezTo>
                    <a:pt x="5513" y="4836"/>
                    <a:pt x="3169" y="3385"/>
                    <a:pt x="1839" y="3385"/>
                  </a:cubicBezTo>
                  <a:cubicBezTo>
                    <a:pt x="1662" y="3385"/>
                    <a:pt x="1505" y="3420"/>
                    <a:pt x="1374" y="3477"/>
                  </a:cubicBezTo>
                  <a:cubicBezTo>
                    <a:pt x="208" y="6356"/>
                    <a:pt x="-748" y="18249"/>
                    <a:pt x="824" y="20299"/>
                  </a:cubicBezTo>
                  <a:cubicBezTo>
                    <a:pt x="942" y="20449"/>
                    <a:pt x="1335" y="20495"/>
                    <a:pt x="1865" y="20495"/>
                  </a:cubicBezTo>
                  <a:cubicBezTo>
                    <a:pt x="3110" y="20495"/>
                    <a:pt x="5120" y="20218"/>
                    <a:pt x="6122" y="20218"/>
                  </a:cubicBezTo>
                  <a:cubicBezTo>
                    <a:pt x="6417" y="20218"/>
                    <a:pt x="6620" y="20241"/>
                    <a:pt x="6705" y="20299"/>
                  </a:cubicBezTo>
                  <a:cubicBezTo>
                    <a:pt x="7819" y="21255"/>
                    <a:pt x="8618" y="21600"/>
                    <a:pt x="9391" y="21600"/>
                  </a:cubicBezTo>
                  <a:cubicBezTo>
                    <a:pt x="10471" y="21600"/>
                    <a:pt x="11486" y="20932"/>
                    <a:pt x="13196" y="20299"/>
                  </a:cubicBezTo>
                  <a:cubicBezTo>
                    <a:pt x="14774" y="19689"/>
                    <a:pt x="14637" y="19815"/>
                    <a:pt x="14977" y="17052"/>
                  </a:cubicBezTo>
                  <a:cubicBezTo>
                    <a:pt x="15383" y="14289"/>
                    <a:pt x="15383" y="11168"/>
                    <a:pt x="15108" y="8394"/>
                  </a:cubicBezTo>
                  <a:cubicBezTo>
                    <a:pt x="16071" y="8152"/>
                    <a:pt x="20852" y="6471"/>
                    <a:pt x="19077" y="4064"/>
                  </a:cubicBezTo>
                  <a:cubicBezTo>
                    <a:pt x="18193" y="2867"/>
                    <a:pt x="18599" y="2268"/>
                    <a:pt x="17505" y="2268"/>
                  </a:cubicBezTo>
                  <a:cubicBezTo>
                    <a:pt x="16667" y="2349"/>
                    <a:pt x="15822" y="2694"/>
                    <a:pt x="15010" y="2694"/>
                  </a:cubicBezTo>
                  <a:cubicBezTo>
                    <a:pt x="14702" y="2694"/>
                    <a:pt x="14394" y="2648"/>
                    <a:pt x="14086" y="2510"/>
                  </a:cubicBezTo>
                  <a:cubicBezTo>
                    <a:pt x="12816" y="1877"/>
                    <a:pt x="11702" y="0"/>
                    <a:pt x="10471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32" name="Google Shape;348;p29"/>
            <p:cNvSpPr/>
            <p:nvPr/>
          </p:nvSpPr>
          <p:spPr>
            <a:xfrm>
              <a:off x="2470096" y="1072983"/>
              <a:ext cx="40834" cy="730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773" y="0"/>
                  </a:moveTo>
                  <a:cubicBezTo>
                    <a:pt x="9141" y="0"/>
                    <a:pt x="7998" y="943"/>
                    <a:pt x="7998" y="1886"/>
                  </a:cubicBezTo>
                  <a:lnTo>
                    <a:pt x="7998" y="7301"/>
                  </a:lnTo>
                  <a:lnTo>
                    <a:pt x="3428" y="7301"/>
                  </a:lnTo>
                  <a:cubicBezTo>
                    <a:pt x="1687" y="7301"/>
                    <a:pt x="0" y="7940"/>
                    <a:pt x="0" y="8883"/>
                  </a:cubicBezTo>
                  <a:lnTo>
                    <a:pt x="0" y="21600"/>
                  </a:lnTo>
                  <a:lnTo>
                    <a:pt x="21600" y="20961"/>
                  </a:lnTo>
                  <a:lnTo>
                    <a:pt x="21600" y="6024"/>
                  </a:lnTo>
                  <a:cubicBezTo>
                    <a:pt x="21600" y="2860"/>
                    <a:pt x="16486" y="0"/>
                    <a:pt x="10773" y="0"/>
                  </a:cubicBezTo>
                  <a:close/>
                </a:path>
              </a:pathLst>
            </a:custGeom>
            <a:solidFill>
              <a:srgbClr val="87878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33" name="Google Shape;349;p29"/>
            <p:cNvSpPr/>
            <p:nvPr/>
          </p:nvSpPr>
          <p:spPr>
            <a:xfrm>
              <a:off x="2047053" y="1319938"/>
              <a:ext cx="171151" cy="2636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09" h="21600" fill="norm" stroke="1" extrusionOk="0">
                  <a:moveTo>
                    <a:pt x="14982" y="0"/>
                  </a:moveTo>
                  <a:lnTo>
                    <a:pt x="0" y="3430"/>
                  </a:lnTo>
                  <a:cubicBezTo>
                    <a:pt x="0" y="3430"/>
                    <a:pt x="1215" y="13459"/>
                    <a:pt x="5946" y="20412"/>
                  </a:cubicBezTo>
                  <a:lnTo>
                    <a:pt x="5804" y="20934"/>
                  </a:lnTo>
                  <a:cubicBezTo>
                    <a:pt x="5804" y="21305"/>
                    <a:pt x="6256" y="21600"/>
                    <a:pt x="6786" y="21600"/>
                  </a:cubicBezTo>
                  <a:cubicBezTo>
                    <a:pt x="6916" y="21600"/>
                    <a:pt x="7032" y="21592"/>
                    <a:pt x="7148" y="21558"/>
                  </a:cubicBezTo>
                  <a:lnTo>
                    <a:pt x="20915" y="18389"/>
                  </a:lnTo>
                  <a:cubicBezTo>
                    <a:pt x="21458" y="18212"/>
                    <a:pt x="21600" y="17858"/>
                    <a:pt x="21458" y="17597"/>
                  </a:cubicBezTo>
                  <a:cubicBezTo>
                    <a:pt x="16326" y="10644"/>
                    <a:pt x="14982" y="0"/>
                    <a:pt x="14982" y="0"/>
                  </a:cubicBezTo>
                  <a:close/>
                </a:path>
              </a:pathLst>
            </a:custGeom>
            <a:solidFill>
              <a:srgbClr val="2B2B2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34" name="Google Shape;350;p29"/>
            <p:cNvSpPr/>
            <p:nvPr/>
          </p:nvSpPr>
          <p:spPr>
            <a:xfrm>
              <a:off x="2524815" y="1176044"/>
              <a:ext cx="67782" cy="45051"/>
            </a:xfrm>
            <a:prstGeom prst="rect">
              <a:avLst/>
            </a:prstGeom>
            <a:solidFill>
              <a:srgbClr val="2B2B2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35" name="Google Shape;351;p29"/>
            <p:cNvSpPr/>
            <p:nvPr/>
          </p:nvSpPr>
          <p:spPr>
            <a:xfrm>
              <a:off x="1891331" y="1286716"/>
              <a:ext cx="51531" cy="600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811" y="0"/>
                  </a:moveTo>
                  <a:lnTo>
                    <a:pt x="0" y="21600"/>
                  </a:lnTo>
                  <a:lnTo>
                    <a:pt x="21600" y="21193"/>
                  </a:lnTo>
                  <a:lnTo>
                    <a:pt x="18022" y="11170"/>
                  </a:lnTo>
                  <a:lnTo>
                    <a:pt x="18022" y="4993"/>
                  </a:lnTo>
                  <a:lnTo>
                    <a:pt x="18496" y="1110"/>
                  </a:lnTo>
                  <a:lnTo>
                    <a:pt x="1811" y="0"/>
                  </a:lnTo>
                  <a:close/>
                </a:path>
              </a:pathLst>
            </a:custGeom>
            <a:solidFill>
              <a:srgbClr val="87878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36" name="Google Shape;352;p29"/>
            <p:cNvSpPr/>
            <p:nvPr/>
          </p:nvSpPr>
          <p:spPr>
            <a:xfrm>
              <a:off x="1929601" y="1283013"/>
              <a:ext cx="18027" cy="648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5707" h="21600" fill="norm" stroke="1" extrusionOk="0">
                  <a:moveTo>
                    <a:pt x="4474" y="0"/>
                  </a:moveTo>
                  <a:cubicBezTo>
                    <a:pt x="3220" y="0"/>
                    <a:pt x="2234" y="309"/>
                    <a:pt x="2234" y="857"/>
                  </a:cubicBezTo>
                  <a:cubicBezTo>
                    <a:pt x="1337" y="1234"/>
                    <a:pt x="-5295" y="10149"/>
                    <a:pt x="9673" y="20880"/>
                  </a:cubicBezTo>
                  <a:cubicBezTo>
                    <a:pt x="9673" y="21257"/>
                    <a:pt x="10659" y="21600"/>
                    <a:pt x="11555" y="21600"/>
                  </a:cubicBezTo>
                  <a:lnTo>
                    <a:pt x="13437" y="21600"/>
                  </a:lnTo>
                  <a:cubicBezTo>
                    <a:pt x="15319" y="21257"/>
                    <a:pt x="16305" y="20537"/>
                    <a:pt x="15319" y="19817"/>
                  </a:cubicBezTo>
                  <a:cubicBezTo>
                    <a:pt x="1337" y="9806"/>
                    <a:pt x="7880" y="1577"/>
                    <a:pt x="7880" y="1577"/>
                  </a:cubicBezTo>
                  <a:cubicBezTo>
                    <a:pt x="8776" y="857"/>
                    <a:pt x="7880" y="137"/>
                    <a:pt x="5998" y="137"/>
                  </a:cubicBezTo>
                  <a:cubicBezTo>
                    <a:pt x="5460" y="34"/>
                    <a:pt x="5012" y="0"/>
                    <a:pt x="4474" y="0"/>
                  </a:cubicBezTo>
                  <a:close/>
                </a:path>
              </a:pathLst>
            </a:custGeom>
            <a:solidFill>
              <a:srgbClr val="2B2B2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37" name="Google Shape;353;p29"/>
            <p:cNvSpPr/>
            <p:nvPr/>
          </p:nvSpPr>
          <p:spPr>
            <a:xfrm>
              <a:off x="1723883" y="1134182"/>
              <a:ext cx="804224" cy="2385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7470" y="14093"/>
                  </a:moveTo>
                  <a:cubicBezTo>
                    <a:pt x="7586" y="14093"/>
                    <a:pt x="7727" y="14391"/>
                    <a:pt x="7757" y="14875"/>
                  </a:cubicBezTo>
                  <a:cubicBezTo>
                    <a:pt x="7873" y="17306"/>
                    <a:pt x="7873" y="19057"/>
                    <a:pt x="6144" y="19644"/>
                  </a:cubicBezTo>
                  <a:cubicBezTo>
                    <a:pt x="6069" y="19663"/>
                    <a:pt x="6000" y="19672"/>
                    <a:pt x="5934" y="19672"/>
                  </a:cubicBezTo>
                  <a:cubicBezTo>
                    <a:pt x="4685" y="19672"/>
                    <a:pt x="4533" y="16356"/>
                    <a:pt x="4613" y="14875"/>
                  </a:cubicBezTo>
                  <a:cubicBezTo>
                    <a:pt x="4644" y="14391"/>
                    <a:pt x="4760" y="14093"/>
                    <a:pt x="4901" y="14093"/>
                  </a:cubicBezTo>
                  <a:close/>
                  <a:moveTo>
                    <a:pt x="1613" y="0"/>
                  </a:moveTo>
                  <a:lnTo>
                    <a:pt x="345" y="3009"/>
                  </a:lnTo>
                  <a:cubicBezTo>
                    <a:pt x="113" y="3502"/>
                    <a:pt x="0" y="4275"/>
                    <a:pt x="0" y="5151"/>
                  </a:cubicBezTo>
                  <a:lnTo>
                    <a:pt x="0" y="12444"/>
                  </a:lnTo>
                  <a:cubicBezTo>
                    <a:pt x="0" y="13226"/>
                    <a:pt x="202" y="13906"/>
                    <a:pt x="461" y="13906"/>
                  </a:cubicBezTo>
                  <a:lnTo>
                    <a:pt x="2395" y="13906"/>
                  </a:lnTo>
                  <a:cubicBezTo>
                    <a:pt x="3459" y="13906"/>
                    <a:pt x="4298" y="16822"/>
                    <a:pt x="4298" y="20324"/>
                  </a:cubicBezTo>
                  <a:lnTo>
                    <a:pt x="8334" y="20324"/>
                  </a:lnTo>
                  <a:lnTo>
                    <a:pt x="8334" y="20706"/>
                  </a:lnTo>
                  <a:cubicBezTo>
                    <a:pt x="8334" y="21237"/>
                    <a:pt x="8475" y="21600"/>
                    <a:pt x="8608" y="21600"/>
                  </a:cubicBezTo>
                  <a:cubicBezTo>
                    <a:pt x="8622" y="21600"/>
                    <a:pt x="8636" y="21600"/>
                    <a:pt x="8649" y="21591"/>
                  </a:cubicBezTo>
                  <a:lnTo>
                    <a:pt x="11967" y="19057"/>
                  </a:lnTo>
                  <a:cubicBezTo>
                    <a:pt x="12111" y="18955"/>
                    <a:pt x="12199" y="18573"/>
                    <a:pt x="12169" y="18088"/>
                  </a:cubicBezTo>
                  <a:lnTo>
                    <a:pt x="12083" y="16039"/>
                  </a:lnTo>
                  <a:cubicBezTo>
                    <a:pt x="12025" y="14586"/>
                    <a:pt x="12315" y="13226"/>
                    <a:pt x="12746" y="13031"/>
                  </a:cubicBezTo>
                  <a:lnTo>
                    <a:pt x="21282" y="9724"/>
                  </a:lnTo>
                  <a:cubicBezTo>
                    <a:pt x="21456" y="9622"/>
                    <a:pt x="21600" y="9137"/>
                    <a:pt x="21600" y="8560"/>
                  </a:cubicBezTo>
                  <a:lnTo>
                    <a:pt x="21600" y="1164"/>
                  </a:lnTo>
                  <a:cubicBezTo>
                    <a:pt x="21600" y="587"/>
                    <a:pt x="21456" y="0"/>
                    <a:pt x="21255" y="0"/>
                  </a:cubicBezTo>
                  <a:close/>
                </a:path>
              </a:pathLst>
            </a:custGeom>
            <a:solidFill>
              <a:srgbClr val="1F1F1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38" name="Google Shape;354;p29"/>
            <p:cNvSpPr/>
            <p:nvPr/>
          </p:nvSpPr>
          <p:spPr>
            <a:xfrm>
              <a:off x="1681474" y="1278076"/>
              <a:ext cx="203481" cy="2245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12" h="21600" fill="norm" stroke="1" extrusionOk="0">
                  <a:moveTo>
                    <a:pt x="9278" y="0"/>
                  </a:moveTo>
                  <a:cubicBezTo>
                    <a:pt x="8600" y="0"/>
                    <a:pt x="7932" y="515"/>
                    <a:pt x="7932" y="1128"/>
                  </a:cubicBezTo>
                  <a:cubicBezTo>
                    <a:pt x="9731" y="2484"/>
                    <a:pt x="10065" y="4957"/>
                    <a:pt x="8600" y="6610"/>
                  </a:cubicBezTo>
                  <a:lnTo>
                    <a:pt x="283" y="15911"/>
                  </a:lnTo>
                  <a:cubicBezTo>
                    <a:pt x="-288" y="16524"/>
                    <a:pt x="57" y="17454"/>
                    <a:pt x="843" y="17771"/>
                  </a:cubicBezTo>
                  <a:lnTo>
                    <a:pt x="10959" y="21481"/>
                  </a:lnTo>
                  <a:cubicBezTo>
                    <a:pt x="11218" y="21560"/>
                    <a:pt x="11476" y="21600"/>
                    <a:pt x="11724" y="21600"/>
                  </a:cubicBezTo>
                  <a:cubicBezTo>
                    <a:pt x="12457" y="21600"/>
                    <a:pt x="13103" y="21273"/>
                    <a:pt x="13437" y="20660"/>
                  </a:cubicBezTo>
                  <a:lnTo>
                    <a:pt x="14331" y="19314"/>
                  </a:lnTo>
                  <a:lnTo>
                    <a:pt x="13329" y="19008"/>
                  </a:lnTo>
                  <a:lnTo>
                    <a:pt x="21312" y="7649"/>
                  </a:lnTo>
                  <a:lnTo>
                    <a:pt x="21312" y="2681"/>
                  </a:lnTo>
                  <a:cubicBezTo>
                    <a:pt x="21312" y="1751"/>
                    <a:pt x="20633" y="1029"/>
                    <a:pt x="19728" y="930"/>
                  </a:cubicBezTo>
                  <a:lnTo>
                    <a:pt x="9278" y="0"/>
                  </a:lnTo>
                  <a:close/>
                </a:path>
              </a:pathLst>
            </a:custGeom>
            <a:solidFill>
              <a:srgbClr val="2B2B2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39" name="Google Shape;355;p29"/>
            <p:cNvSpPr/>
            <p:nvPr/>
          </p:nvSpPr>
          <p:spPr>
            <a:xfrm>
              <a:off x="2222705" y="1122483"/>
              <a:ext cx="12701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1F1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40" name="Google Shape;356;p29"/>
            <p:cNvSpPr/>
            <p:nvPr/>
          </p:nvSpPr>
          <p:spPr>
            <a:xfrm>
              <a:off x="1789401" y="1117005"/>
              <a:ext cx="439089" cy="923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71" y="0"/>
                  </a:moveTo>
                  <a:lnTo>
                    <a:pt x="471" y="1515"/>
                  </a:lnTo>
                  <a:lnTo>
                    <a:pt x="0" y="1515"/>
                  </a:lnTo>
                  <a:lnTo>
                    <a:pt x="0" y="14312"/>
                  </a:lnTo>
                  <a:cubicBezTo>
                    <a:pt x="0" y="16813"/>
                    <a:pt x="420" y="18593"/>
                    <a:pt x="896" y="18593"/>
                  </a:cubicBezTo>
                  <a:lnTo>
                    <a:pt x="11197" y="18593"/>
                  </a:lnTo>
                  <a:lnTo>
                    <a:pt x="11197" y="21600"/>
                  </a:lnTo>
                  <a:lnTo>
                    <a:pt x="20543" y="21600"/>
                  </a:lnTo>
                  <a:cubicBezTo>
                    <a:pt x="21129" y="21600"/>
                    <a:pt x="21600" y="19580"/>
                    <a:pt x="21600" y="16813"/>
                  </a:cubicBezTo>
                  <a:lnTo>
                    <a:pt x="21600" y="3007"/>
                  </a:lnTo>
                  <a:lnTo>
                    <a:pt x="17957" y="3007"/>
                  </a:lnTo>
                  <a:lnTo>
                    <a:pt x="17957" y="1515"/>
                  </a:lnTo>
                  <a:lnTo>
                    <a:pt x="17481" y="1515"/>
                  </a:lnTo>
                  <a:lnTo>
                    <a:pt x="17481" y="0"/>
                  </a:lnTo>
                  <a:lnTo>
                    <a:pt x="17006" y="0"/>
                  </a:lnTo>
                  <a:lnTo>
                    <a:pt x="17006" y="1515"/>
                  </a:lnTo>
                  <a:lnTo>
                    <a:pt x="16692" y="1515"/>
                  </a:lnTo>
                  <a:lnTo>
                    <a:pt x="16692" y="0"/>
                  </a:lnTo>
                  <a:lnTo>
                    <a:pt x="16211" y="0"/>
                  </a:lnTo>
                  <a:lnTo>
                    <a:pt x="16211" y="1515"/>
                  </a:lnTo>
                  <a:lnTo>
                    <a:pt x="15898" y="1515"/>
                  </a:lnTo>
                  <a:lnTo>
                    <a:pt x="15898" y="0"/>
                  </a:lnTo>
                  <a:lnTo>
                    <a:pt x="15422" y="0"/>
                  </a:lnTo>
                  <a:lnTo>
                    <a:pt x="15422" y="1515"/>
                  </a:lnTo>
                  <a:lnTo>
                    <a:pt x="15108" y="1515"/>
                  </a:lnTo>
                  <a:lnTo>
                    <a:pt x="15108" y="0"/>
                  </a:lnTo>
                  <a:lnTo>
                    <a:pt x="14683" y="0"/>
                  </a:lnTo>
                  <a:lnTo>
                    <a:pt x="14683" y="1515"/>
                  </a:lnTo>
                  <a:lnTo>
                    <a:pt x="14365" y="1515"/>
                  </a:lnTo>
                  <a:lnTo>
                    <a:pt x="14365" y="0"/>
                  </a:lnTo>
                  <a:lnTo>
                    <a:pt x="13889" y="0"/>
                  </a:lnTo>
                  <a:lnTo>
                    <a:pt x="13889" y="1515"/>
                  </a:lnTo>
                  <a:lnTo>
                    <a:pt x="13570" y="1515"/>
                  </a:lnTo>
                  <a:lnTo>
                    <a:pt x="13570" y="0"/>
                  </a:lnTo>
                  <a:lnTo>
                    <a:pt x="13100" y="0"/>
                  </a:lnTo>
                  <a:lnTo>
                    <a:pt x="13100" y="1515"/>
                  </a:lnTo>
                  <a:lnTo>
                    <a:pt x="12781" y="1515"/>
                  </a:lnTo>
                  <a:lnTo>
                    <a:pt x="12781" y="0"/>
                  </a:lnTo>
                  <a:lnTo>
                    <a:pt x="12305" y="0"/>
                  </a:lnTo>
                  <a:lnTo>
                    <a:pt x="12305" y="1515"/>
                  </a:lnTo>
                  <a:lnTo>
                    <a:pt x="11987" y="1515"/>
                  </a:lnTo>
                  <a:lnTo>
                    <a:pt x="11987" y="0"/>
                  </a:lnTo>
                  <a:lnTo>
                    <a:pt x="11516" y="0"/>
                  </a:lnTo>
                  <a:lnTo>
                    <a:pt x="11516" y="1515"/>
                  </a:lnTo>
                  <a:lnTo>
                    <a:pt x="11197" y="1515"/>
                  </a:lnTo>
                  <a:lnTo>
                    <a:pt x="11197" y="0"/>
                  </a:lnTo>
                  <a:lnTo>
                    <a:pt x="10722" y="0"/>
                  </a:lnTo>
                  <a:lnTo>
                    <a:pt x="10722" y="1515"/>
                  </a:lnTo>
                  <a:lnTo>
                    <a:pt x="10403" y="1515"/>
                  </a:lnTo>
                  <a:lnTo>
                    <a:pt x="10403" y="0"/>
                  </a:lnTo>
                  <a:lnTo>
                    <a:pt x="9927" y="0"/>
                  </a:lnTo>
                  <a:lnTo>
                    <a:pt x="9927" y="1515"/>
                  </a:lnTo>
                  <a:lnTo>
                    <a:pt x="9613" y="1515"/>
                  </a:lnTo>
                  <a:lnTo>
                    <a:pt x="9613" y="0"/>
                  </a:lnTo>
                  <a:lnTo>
                    <a:pt x="9133" y="0"/>
                  </a:lnTo>
                  <a:lnTo>
                    <a:pt x="9133" y="1515"/>
                  </a:lnTo>
                  <a:lnTo>
                    <a:pt x="8819" y="1515"/>
                  </a:lnTo>
                  <a:lnTo>
                    <a:pt x="8819" y="0"/>
                  </a:lnTo>
                  <a:lnTo>
                    <a:pt x="8343" y="0"/>
                  </a:lnTo>
                  <a:lnTo>
                    <a:pt x="8343" y="1515"/>
                  </a:lnTo>
                  <a:lnTo>
                    <a:pt x="8030" y="1515"/>
                  </a:lnTo>
                  <a:lnTo>
                    <a:pt x="8030" y="0"/>
                  </a:lnTo>
                  <a:lnTo>
                    <a:pt x="7549" y="0"/>
                  </a:lnTo>
                  <a:lnTo>
                    <a:pt x="7549" y="1515"/>
                  </a:lnTo>
                  <a:lnTo>
                    <a:pt x="7235" y="1515"/>
                  </a:lnTo>
                  <a:lnTo>
                    <a:pt x="7235" y="0"/>
                  </a:lnTo>
                  <a:lnTo>
                    <a:pt x="6760" y="0"/>
                  </a:lnTo>
                  <a:lnTo>
                    <a:pt x="6760" y="1515"/>
                  </a:lnTo>
                  <a:lnTo>
                    <a:pt x="6441" y="1515"/>
                  </a:lnTo>
                  <a:lnTo>
                    <a:pt x="6441" y="0"/>
                  </a:lnTo>
                  <a:lnTo>
                    <a:pt x="5965" y="0"/>
                  </a:lnTo>
                  <a:lnTo>
                    <a:pt x="5965" y="1515"/>
                  </a:lnTo>
                  <a:lnTo>
                    <a:pt x="5647" y="1515"/>
                  </a:lnTo>
                  <a:lnTo>
                    <a:pt x="5647" y="0"/>
                  </a:lnTo>
                  <a:lnTo>
                    <a:pt x="5176" y="0"/>
                  </a:lnTo>
                  <a:lnTo>
                    <a:pt x="5176" y="1515"/>
                  </a:lnTo>
                  <a:lnTo>
                    <a:pt x="4857" y="1515"/>
                  </a:lnTo>
                  <a:lnTo>
                    <a:pt x="4857" y="0"/>
                  </a:lnTo>
                  <a:lnTo>
                    <a:pt x="4382" y="0"/>
                  </a:lnTo>
                  <a:lnTo>
                    <a:pt x="4382" y="1515"/>
                  </a:lnTo>
                  <a:lnTo>
                    <a:pt x="4119" y="1515"/>
                  </a:lnTo>
                  <a:lnTo>
                    <a:pt x="4119" y="0"/>
                  </a:lnTo>
                  <a:lnTo>
                    <a:pt x="3643" y="0"/>
                  </a:lnTo>
                  <a:lnTo>
                    <a:pt x="3643" y="1515"/>
                  </a:lnTo>
                  <a:lnTo>
                    <a:pt x="3324" y="1515"/>
                  </a:lnTo>
                  <a:lnTo>
                    <a:pt x="3324" y="0"/>
                  </a:lnTo>
                  <a:lnTo>
                    <a:pt x="2854" y="0"/>
                  </a:lnTo>
                  <a:lnTo>
                    <a:pt x="2854" y="1515"/>
                  </a:lnTo>
                  <a:lnTo>
                    <a:pt x="2535" y="1515"/>
                  </a:lnTo>
                  <a:lnTo>
                    <a:pt x="2535" y="0"/>
                  </a:lnTo>
                  <a:lnTo>
                    <a:pt x="2059" y="0"/>
                  </a:lnTo>
                  <a:lnTo>
                    <a:pt x="2059" y="1515"/>
                  </a:lnTo>
                  <a:lnTo>
                    <a:pt x="1741" y="1515"/>
                  </a:lnTo>
                  <a:lnTo>
                    <a:pt x="1741" y="0"/>
                  </a:lnTo>
                  <a:lnTo>
                    <a:pt x="1265" y="0"/>
                  </a:lnTo>
                  <a:lnTo>
                    <a:pt x="1265" y="1515"/>
                  </a:lnTo>
                  <a:lnTo>
                    <a:pt x="951" y="1515"/>
                  </a:lnTo>
                  <a:lnTo>
                    <a:pt x="951" y="0"/>
                  </a:lnTo>
                  <a:close/>
                </a:path>
              </a:pathLst>
            </a:custGeom>
            <a:solidFill>
              <a:srgbClr val="1F1F1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41" name="Google Shape;357;p29"/>
            <p:cNvSpPr/>
            <p:nvPr/>
          </p:nvSpPr>
          <p:spPr>
            <a:xfrm>
              <a:off x="2068550" y="1298441"/>
              <a:ext cx="50400" cy="429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7500" y="0"/>
                  </a:moveTo>
                  <a:lnTo>
                    <a:pt x="926" y="4289"/>
                  </a:lnTo>
                  <a:cubicBezTo>
                    <a:pt x="441" y="4289"/>
                    <a:pt x="0" y="5374"/>
                    <a:pt x="0" y="5943"/>
                  </a:cubicBezTo>
                  <a:lnTo>
                    <a:pt x="2777" y="20515"/>
                  </a:lnTo>
                  <a:cubicBezTo>
                    <a:pt x="2777" y="21600"/>
                    <a:pt x="3703" y="21600"/>
                    <a:pt x="4144" y="21600"/>
                  </a:cubicBezTo>
                  <a:lnTo>
                    <a:pt x="20674" y="17828"/>
                  </a:lnTo>
                  <a:cubicBezTo>
                    <a:pt x="21159" y="17259"/>
                    <a:pt x="21600" y="16743"/>
                    <a:pt x="21600" y="16174"/>
                  </a:cubicBezTo>
                  <a:lnTo>
                    <a:pt x="18867" y="1085"/>
                  </a:lnTo>
                  <a:cubicBezTo>
                    <a:pt x="18867" y="568"/>
                    <a:pt x="17941" y="0"/>
                    <a:pt x="17500" y="0"/>
                  </a:cubicBezTo>
                  <a:close/>
                </a:path>
              </a:pathLst>
            </a:custGeom>
            <a:solidFill>
              <a:srgbClr val="1F1F1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42" name="Google Shape;358;p29"/>
            <p:cNvSpPr/>
            <p:nvPr/>
          </p:nvSpPr>
          <p:spPr>
            <a:xfrm>
              <a:off x="2247826" y="1225414"/>
              <a:ext cx="259813" cy="376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702" y="0"/>
                  </a:moveTo>
                  <a:cubicBezTo>
                    <a:pt x="718" y="0"/>
                    <a:pt x="0" y="5548"/>
                    <a:pt x="0" y="12334"/>
                  </a:cubicBezTo>
                  <a:lnTo>
                    <a:pt x="0" y="14813"/>
                  </a:lnTo>
                  <a:cubicBezTo>
                    <a:pt x="0" y="18472"/>
                    <a:pt x="453" y="21600"/>
                    <a:pt x="1069" y="21600"/>
                  </a:cubicBezTo>
                  <a:lnTo>
                    <a:pt x="21164" y="6138"/>
                  </a:lnTo>
                  <a:cubicBezTo>
                    <a:pt x="21429" y="5548"/>
                    <a:pt x="21600" y="4367"/>
                    <a:pt x="21600" y="3128"/>
                  </a:cubicBezTo>
                  <a:cubicBezTo>
                    <a:pt x="21600" y="1239"/>
                    <a:pt x="21343" y="0"/>
                    <a:pt x="21164" y="0"/>
                  </a:cubicBezTo>
                  <a:close/>
                </a:path>
              </a:pathLst>
            </a:custGeom>
            <a:solidFill>
              <a:srgbClr val="2B2B2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43" name="Google Shape;359;p29"/>
            <p:cNvSpPr/>
            <p:nvPr/>
          </p:nvSpPr>
          <p:spPr>
            <a:xfrm>
              <a:off x="1705677" y="1187358"/>
              <a:ext cx="28904" cy="633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6611" y="0"/>
                  </a:moveTo>
                  <a:cubicBezTo>
                    <a:pt x="3228" y="0"/>
                    <a:pt x="0" y="1297"/>
                    <a:pt x="0" y="3121"/>
                  </a:cubicBezTo>
                  <a:lnTo>
                    <a:pt x="0" y="18830"/>
                  </a:lnTo>
                  <a:cubicBezTo>
                    <a:pt x="0" y="20338"/>
                    <a:pt x="3228" y="21600"/>
                    <a:pt x="6534" y="21600"/>
                  </a:cubicBezTo>
                  <a:cubicBezTo>
                    <a:pt x="7302" y="21600"/>
                    <a:pt x="8071" y="21530"/>
                    <a:pt x="8763" y="21425"/>
                  </a:cubicBezTo>
                  <a:lnTo>
                    <a:pt x="21600" y="19566"/>
                  </a:lnTo>
                  <a:lnTo>
                    <a:pt x="21600" y="1999"/>
                  </a:lnTo>
                  <a:lnTo>
                    <a:pt x="8763" y="175"/>
                  </a:lnTo>
                  <a:cubicBezTo>
                    <a:pt x="8071" y="35"/>
                    <a:pt x="7302" y="0"/>
                    <a:pt x="6611" y="0"/>
                  </a:cubicBezTo>
                  <a:close/>
                </a:path>
              </a:pathLst>
            </a:custGeom>
            <a:solidFill>
              <a:srgbClr val="1F1F1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44" name="Google Shape;360;p29"/>
            <p:cNvSpPr/>
            <p:nvPr/>
          </p:nvSpPr>
          <p:spPr>
            <a:xfrm>
              <a:off x="1818304" y="1206077"/>
              <a:ext cx="105221" cy="70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0" y="18998"/>
                  </a:lnTo>
                  <a:cubicBezTo>
                    <a:pt x="0" y="20628"/>
                    <a:pt x="676" y="21600"/>
                    <a:pt x="1562" y="21600"/>
                  </a:cubicBezTo>
                  <a:lnTo>
                    <a:pt x="20080" y="21600"/>
                  </a:lnTo>
                  <a:cubicBezTo>
                    <a:pt x="20945" y="21600"/>
                    <a:pt x="21600" y="20628"/>
                    <a:pt x="21600" y="18998"/>
                  </a:cubicBezTo>
                  <a:lnTo>
                    <a:pt x="21600" y="0"/>
                  </a:lnTo>
                  <a:close/>
                </a:path>
              </a:pathLst>
            </a:custGeom>
            <a:solidFill>
              <a:srgbClr val="87878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45" name="Google Shape;361;p29"/>
            <p:cNvSpPr/>
            <p:nvPr/>
          </p:nvSpPr>
          <p:spPr>
            <a:xfrm>
              <a:off x="2091075" y="1227574"/>
              <a:ext cx="150272" cy="161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79" y="0"/>
                  </a:moveTo>
                  <a:cubicBezTo>
                    <a:pt x="473" y="0"/>
                    <a:pt x="0" y="5778"/>
                    <a:pt x="0" y="10043"/>
                  </a:cubicBezTo>
                  <a:cubicBezTo>
                    <a:pt x="0" y="15822"/>
                    <a:pt x="473" y="21600"/>
                    <a:pt x="1079" y="21600"/>
                  </a:cubicBezTo>
                  <a:lnTo>
                    <a:pt x="20536" y="21600"/>
                  </a:lnTo>
                  <a:cubicBezTo>
                    <a:pt x="20994" y="21600"/>
                    <a:pt x="21600" y="15822"/>
                    <a:pt x="21600" y="10043"/>
                  </a:cubicBezTo>
                  <a:cubicBezTo>
                    <a:pt x="21600" y="5778"/>
                    <a:pt x="20994" y="0"/>
                    <a:pt x="20536" y="0"/>
                  </a:cubicBezTo>
                  <a:close/>
                </a:path>
              </a:pathLst>
            </a:custGeom>
            <a:solidFill>
              <a:srgbClr val="87878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46" name="Google Shape;362;p29"/>
            <p:cNvSpPr/>
            <p:nvPr/>
          </p:nvSpPr>
          <p:spPr>
            <a:xfrm>
              <a:off x="2084595" y="1251231"/>
              <a:ext cx="131038" cy="128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68" y="0"/>
                  </a:moveTo>
                  <a:cubicBezTo>
                    <a:pt x="356" y="0"/>
                    <a:pt x="0" y="5357"/>
                    <a:pt x="0" y="10714"/>
                  </a:cubicBezTo>
                  <a:cubicBezTo>
                    <a:pt x="0" y="16243"/>
                    <a:pt x="356" y="21600"/>
                    <a:pt x="1068" y="21600"/>
                  </a:cubicBezTo>
                  <a:lnTo>
                    <a:pt x="20532" y="21600"/>
                  </a:lnTo>
                  <a:cubicBezTo>
                    <a:pt x="21074" y="21600"/>
                    <a:pt x="21600" y="16243"/>
                    <a:pt x="21600" y="10714"/>
                  </a:cubicBezTo>
                  <a:cubicBezTo>
                    <a:pt x="21600" y="5357"/>
                    <a:pt x="21074" y="0"/>
                    <a:pt x="20532" y="0"/>
                  </a:cubicBezTo>
                  <a:close/>
                </a:path>
              </a:pathLst>
            </a:custGeom>
            <a:solidFill>
              <a:srgbClr val="87878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47" name="Google Shape;363;p29"/>
            <p:cNvSpPr/>
            <p:nvPr/>
          </p:nvSpPr>
          <p:spPr>
            <a:xfrm>
              <a:off x="1816144" y="1336086"/>
              <a:ext cx="19337" cy="193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915" y="0"/>
                  </a:moveTo>
                  <a:cubicBezTo>
                    <a:pt x="4826" y="0"/>
                    <a:pt x="0" y="4826"/>
                    <a:pt x="0" y="10685"/>
                  </a:cubicBezTo>
                  <a:cubicBezTo>
                    <a:pt x="0" y="16774"/>
                    <a:pt x="4826" y="21600"/>
                    <a:pt x="10915" y="21600"/>
                  </a:cubicBezTo>
                  <a:cubicBezTo>
                    <a:pt x="16889" y="21600"/>
                    <a:pt x="21600" y="16774"/>
                    <a:pt x="21600" y="10685"/>
                  </a:cubicBezTo>
                  <a:cubicBezTo>
                    <a:pt x="21600" y="4826"/>
                    <a:pt x="16889" y="0"/>
                    <a:pt x="10915" y="0"/>
                  </a:cubicBezTo>
                  <a:close/>
                </a:path>
              </a:pathLst>
            </a:custGeom>
            <a:solidFill>
              <a:srgbClr val="87878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48" name="Google Shape;364;p29"/>
            <p:cNvSpPr/>
            <p:nvPr/>
          </p:nvSpPr>
          <p:spPr>
            <a:xfrm>
              <a:off x="1767905" y="1416519"/>
              <a:ext cx="19337" cy="193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0"/>
                  </a:moveTo>
                  <a:cubicBezTo>
                    <a:pt x="4826" y="0"/>
                    <a:pt x="0" y="4826"/>
                    <a:pt x="0" y="10915"/>
                  </a:cubicBezTo>
                  <a:cubicBezTo>
                    <a:pt x="0" y="16774"/>
                    <a:pt x="4826" y="21600"/>
                    <a:pt x="10800" y="21600"/>
                  </a:cubicBezTo>
                  <a:cubicBezTo>
                    <a:pt x="16774" y="21600"/>
                    <a:pt x="21600" y="16774"/>
                    <a:pt x="21600" y="10915"/>
                  </a:cubicBezTo>
                  <a:cubicBezTo>
                    <a:pt x="21600" y="4826"/>
                    <a:pt x="16774" y="0"/>
                    <a:pt x="10800" y="0"/>
                  </a:cubicBezTo>
                  <a:close/>
                </a:path>
              </a:pathLst>
            </a:custGeom>
            <a:solidFill>
              <a:srgbClr val="87878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49" name="Google Shape;365;p29"/>
            <p:cNvSpPr/>
            <p:nvPr/>
          </p:nvSpPr>
          <p:spPr>
            <a:xfrm>
              <a:off x="2045730" y="1390599"/>
              <a:ext cx="141097" cy="485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48" h="21600" fill="norm" stroke="1" extrusionOk="0">
                  <a:moveTo>
                    <a:pt x="19948" y="0"/>
                  </a:moveTo>
                  <a:cubicBezTo>
                    <a:pt x="19870" y="0"/>
                    <a:pt x="19777" y="46"/>
                    <a:pt x="19699" y="92"/>
                  </a:cubicBezTo>
                  <a:lnTo>
                    <a:pt x="1180" y="12997"/>
                  </a:lnTo>
                  <a:cubicBezTo>
                    <a:pt x="355" y="13454"/>
                    <a:pt x="-127" y="15880"/>
                    <a:pt x="29" y="18214"/>
                  </a:cubicBezTo>
                  <a:cubicBezTo>
                    <a:pt x="200" y="20136"/>
                    <a:pt x="853" y="21600"/>
                    <a:pt x="1507" y="21600"/>
                  </a:cubicBezTo>
                  <a:cubicBezTo>
                    <a:pt x="1663" y="21600"/>
                    <a:pt x="1663" y="21097"/>
                    <a:pt x="1834" y="21097"/>
                  </a:cubicBezTo>
                  <a:lnTo>
                    <a:pt x="20353" y="8695"/>
                  </a:lnTo>
                  <a:cubicBezTo>
                    <a:pt x="21006" y="8237"/>
                    <a:pt x="21473" y="5812"/>
                    <a:pt x="21317" y="3432"/>
                  </a:cubicBezTo>
                  <a:cubicBezTo>
                    <a:pt x="21177" y="1327"/>
                    <a:pt x="20539" y="0"/>
                    <a:pt x="19948" y="0"/>
                  </a:cubicBezTo>
                  <a:close/>
                </a:path>
              </a:pathLst>
            </a:custGeom>
            <a:solidFill>
              <a:srgbClr val="87878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50" name="Google Shape;366;p29"/>
            <p:cNvSpPr/>
            <p:nvPr/>
          </p:nvSpPr>
          <p:spPr>
            <a:xfrm>
              <a:off x="2064038" y="1473295"/>
              <a:ext cx="143183" cy="484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41" h="21600" fill="norm" stroke="1" extrusionOk="0">
                  <a:moveTo>
                    <a:pt x="19865" y="0"/>
                  </a:moveTo>
                  <a:cubicBezTo>
                    <a:pt x="19773" y="0"/>
                    <a:pt x="19666" y="46"/>
                    <a:pt x="19559" y="92"/>
                  </a:cubicBezTo>
                  <a:lnTo>
                    <a:pt x="1147" y="12978"/>
                  </a:lnTo>
                  <a:cubicBezTo>
                    <a:pt x="350" y="13483"/>
                    <a:pt x="-125" y="15868"/>
                    <a:pt x="28" y="18298"/>
                  </a:cubicBezTo>
                  <a:cubicBezTo>
                    <a:pt x="182" y="20178"/>
                    <a:pt x="825" y="21600"/>
                    <a:pt x="1469" y="21600"/>
                  </a:cubicBezTo>
                  <a:cubicBezTo>
                    <a:pt x="1638" y="21600"/>
                    <a:pt x="1791" y="21600"/>
                    <a:pt x="1791" y="21141"/>
                  </a:cubicBezTo>
                  <a:lnTo>
                    <a:pt x="20203" y="8209"/>
                  </a:lnTo>
                  <a:cubicBezTo>
                    <a:pt x="21000" y="7750"/>
                    <a:pt x="21475" y="5824"/>
                    <a:pt x="21306" y="3439"/>
                  </a:cubicBezTo>
                  <a:cubicBezTo>
                    <a:pt x="21184" y="1376"/>
                    <a:pt x="20555" y="0"/>
                    <a:pt x="19865" y="0"/>
                  </a:cubicBezTo>
                  <a:close/>
                </a:path>
              </a:pathLst>
            </a:custGeom>
            <a:solidFill>
              <a:srgbClr val="87878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51" name="Google Shape;367;p29"/>
            <p:cNvSpPr/>
            <p:nvPr/>
          </p:nvSpPr>
          <p:spPr>
            <a:xfrm>
              <a:off x="1786834" y="1364988"/>
              <a:ext cx="119514" cy="1246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25" h="21600" fill="norm" stroke="1" extrusionOk="0">
                  <a:moveTo>
                    <a:pt x="10861" y="0"/>
                  </a:moveTo>
                  <a:cubicBezTo>
                    <a:pt x="5457" y="0"/>
                    <a:pt x="2853" y="945"/>
                    <a:pt x="2853" y="3172"/>
                  </a:cubicBezTo>
                  <a:cubicBezTo>
                    <a:pt x="2853" y="5578"/>
                    <a:pt x="5832" y="6327"/>
                    <a:pt x="8061" y="7075"/>
                  </a:cubicBezTo>
                  <a:cubicBezTo>
                    <a:pt x="6777" y="7271"/>
                    <a:pt x="1194" y="7824"/>
                    <a:pt x="1194" y="10426"/>
                  </a:cubicBezTo>
                  <a:cubicBezTo>
                    <a:pt x="1194" y="13972"/>
                    <a:pt x="5457" y="13972"/>
                    <a:pt x="6206" y="14329"/>
                  </a:cubicBezTo>
                  <a:cubicBezTo>
                    <a:pt x="1925" y="14881"/>
                    <a:pt x="-875" y="17679"/>
                    <a:pt x="249" y="18980"/>
                  </a:cubicBezTo>
                  <a:cubicBezTo>
                    <a:pt x="1301" y="20210"/>
                    <a:pt x="9934" y="21600"/>
                    <a:pt x="12966" y="21600"/>
                  </a:cubicBezTo>
                  <a:cubicBezTo>
                    <a:pt x="13162" y="21600"/>
                    <a:pt x="13341" y="21600"/>
                    <a:pt x="13483" y="21582"/>
                  </a:cubicBezTo>
                  <a:cubicBezTo>
                    <a:pt x="16837" y="21404"/>
                    <a:pt x="17193" y="19354"/>
                    <a:pt x="17372" y="17857"/>
                  </a:cubicBezTo>
                  <a:cubicBezTo>
                    <a:pt x="17568" y="15826"/>
                    <a:pt x="16088" y="15630"/>
                    <a:pt x="15891" y="14703"/>
                  </a:cubicBezTo>
                  <a:cubicBezTo>
                    <a:pt x="15713" y="14150"/>
                    <a:pt x="18121" y="14150"/>
                    <a:pt x="18317" y="11174"/>
                  </a:cubicBezTo>
                  <a:cubicBezTo>
                    <a:pt x="18495" y="8376"/>
                    <a:pt x="17193" y="8554"/>
                    <a:pt x="16640" y="7824"/>
                  </a:cubicBezTo>
                  <a:cubicBezTo>
                    <a:pt x="16640" y="7824"/>
                    <a:pt x="20725" y="6897"/>
                    <a:pt x="20725" y="3725"/>
                  </a:cubicBezTo>
                  <a:cubicBezTo>
                    <a:pt x="20725" y="196"/>
                    <a:pt x="15142" y="196"/>
                    <a:pt x="10861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52" name="Google Shape;368;p29"/>
            <p:cNvSpPr/>
            <p:nvPr/>
          </p:nvSpPr>
          <p:spPr>
            <a:xfrm>
              <a:off x="1685277" y="1313047"/>
              <a:ext cx="137127" cy="994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280" h="21600" fill="norm" stroke="1" extrusionOk="0">
                  <a:moveTo>
                    <a:pt x="4934" y="0"/>
                  </a:moveTo>
                  <a:cubicBezTo>
                    <a:pt x="4584" y="0"/>
                    <a:pt x="4310" y="89"/>
                    <a:pt x="4112" y="335"/>
                  </a:cubicBezTo>
                  <a:cubicBezTo>
                    <a:pt x="2697" y="1742"/>
                    <a:pt x="629" y="5696"/>
                    <a:pt x="309" y="8734"/>
                  </a:cubicBezTo>
                  <a:cubicBezTo>
                    <a:pt x="-649" y="14787"/>
                    <a:pt x="781" y="18272"/>
                    <a:pt x="2378" y="20863"/>
                  </a:cubicBezTo>
                  <a:cubicBezTo>
                    <a:pt x="2713" y="21377"/>
                    <a:pt x="3063" y="21600"/>
                    <a:pt x="3412" y="21600"/>
                  </a:cubicBezTo>
                  <a:cubicBezTo>
                    <a:pt x="5846" y="21600"/>
                    <a:pt x="8432" y="10320"/>
                    <a:pt x="8569" y="10119"/>
                  </a:cubicBezTo>
                  <a:cubicBezTo>
                    <a:pt x="8599" y="10096"/>
                    <a:pt x="8645" y="10096"/>
                    <a:pt x="8736" y="10096"/>
                  </a:cubicBezTo>
                  <a:cubicBezTo>
                    <a:pt x="9314" y="10096"/>
                    <a:pt x="11125" y="10588"/>
                    <a:pt x="13361" y="10588"/>
                  </a:cubicBezTo>
                  <a:cubicBezTo>
                    <a:pt x="14152" y="10588"/>
                    <a:pt x="15003" y="10521"/>
                    <a:pt x="15870" y="10342"/>
                  </a:cubicBezTo>
                  <a:cubicBezTo>
                    <a:pt x="17620" y="9895"/>
                    <a:pt x="20951" y="5473"/>
                    <a:pt x="20160" y="2881"/>
                  </a:cubicBezTo>
                  <a:cubicBezTo>
                    <a:pt x="19977" y="2256"/>
                    <a:pt x="19552" y="2077"/>
                    <a:pt x="19050" y="2077"/>
                  </a:cubicBezTo>
                  <a:cubicBezTo>
                    <a:pt x="18472" y="2077"/>
                    <a:pt x="17772" y="2301"/>
                    <a:pt x="17148" y="2301"/>
                  </a:cubicBezTo>
                  <a:cubicBezTo>
                    <a:pt x="16920" y="2301"/>
                    <a:pt x="16707" y="2278"/>
                    <a:pt x="16509" y="2211"/>
                  </a:cubicBezTo>
                  <a:cubicBezTo>
                    <a:pt x="15794" y="1787"/>
                    <a:pt x="13452" y="268"/>
                    <a:pt x="12281" y="268"/>
                  </a:cubicBezTo>
                  <a:cubicBezTo>
                    <a:pt x="12128" y="268"/>
                    <a:pt x="12007" y="290"/>
                    <a:pt x="11900" y="335"/>
                  </a:cubicBezTo>
                  <a:cubicBezTo>
                    <a:pt x="11170" y="849"/>
                    <a:pt x="10394" y="1028"/>
                    <a:pt x="9634" y="1028"/>
                  </a:cubicBezTo>
                  <a:cubicBezTo>
                    <a:pt x="7808" y="1028"/>
                    <a:pt x="6044" y="0"/>
                    <a:pt x="4934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53" name="Google Shape;369;p29"/>
            <p:cNvSpPr/>
            <p:nvPr/>
          </p:nvSpPr>
          <p:spPr>
            <a:xfrm>
              <a:off x="670" y="526309"/>
              <a:ext cx="500592" cy="12973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49" h="21600" fill="norm" stroke="1" extrusionOk="0">
                  <a:moveTo>
                    <a:pt x="17284" y="0"/>
                  </a:moveTo>
                  <a:cubicBezTo>
                    <a:pt x="14088" y="0"/>
                    <a:pt x="12501" y="1125"/>
                    <a:pt x="10702" y="2183"/>
                  </a:cubicBezTo>
                  <a:cubicBezTo>
                    <a:pt x="7088" y="4310"/>
                    <a:pt x="3698" y="8047"/>
                    <a:pt x="2330" y="10532"/>
                  </a:cubicBezTo>
                  <a:cubicBezTo>
                    <a:pt x="84" y="14591"/>
                    <a:pt x="-406" y="19418"/>
                    <a:pt x="299" y="21043"/>
                  </a:cubicBezTo>
                  <a:cubicBezTo>
                    <a:pt x="489" y="21470"/>
                    <a:pt x="1469" y="21600"/>
                    <a:pt x="2680" y="21600"/>
                  </a:cubicBezTo>
                  <a:cubicBezTo>
                    <a:pt x="4014" y="21600"/>
                    <a:pt x="5627" y="21442"/>
                    <a:pt x="6780" y="21348"/>
                  </a:cubicBezTo>
                  <a:cubicBezTo>
                    <a:pt x="6733" y="18005"/>
                    <a:pt x="8456" y="14644"/>
                    <a:pt x="11762" y="11587"/>
                  </a:cubicBezTo>
                  <a:cubicBezTo>
                    <a:pt x="12817" y="10568"/>
                    <a:pt x="17491" y="7261"/>
                    <a:pt x="19564" y="4382"/>
                  </a:cubicBezTo>
                  <a:cubicBezTo>
                    <a:pt x="21194" y="2112"/>
                    <a:pt x="20974" y="55"/>
                    <a:pt x="17580" y="2"/>
                  </a:cubicBezTo>
                  <a:cubicBezTo>
                    <a:pt x="17479" y="0"/>
                    <a:pt x="17381" y="0"/>
                    <a:pt x="17284" y="0"/>
                  </a:cubicBezTo>
                  <a:close/>
                </a:path>
              </a:pathLst>
            </a:custGeom>
            <a:solidFill>
              <a:srgbClr val="BE1F8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54" name="Google Shape;370;p29"/>
            <p:cNvSpPr/>
            <p:nvPr/>
          </p:nvSpPr>
          <p:spPr>
            <a:xfrm>
              <a:off x="0" y="1723232"/>
              <a:ext cx="200174" cy="3140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73" h="21600" fill="norm" stroke="1" extrusionOk="0">
                  <a:moveTo>
                    <a:pt x="6793" y="0"/>
                  </a:moveTo>
                  <a:cubicBezTo>
                    <a:pt x="3264" y="0"/>
                    <a:pt x="197" y="460"/>
                    <a:pt x="57" y="1436"/>
                  </a:cubicBezTo>
                  <a:cubicBezTo>
                    <a:pt x="-393" y="5129"/>
                    <a:pt x="1956" y="14801"/>
                    <a:pt x="2395" y="16796"/>
                  </a:cubicBezTo>
                  <a:cubicBezTo>
                    <a:pt x="2739" y="18494"/>
                    <a:pt x="2288" y="19159"/>
                    <a:pt x="3747" y="20638"/>
                  </a:cubicBezTo>
                  <a:cubicBezTo>
                    <a:pt x="4412" y="21374"/>
                    <a:pt x="5452" y="21600"/>
                    <a:pt x="6643" y="21600"/>
                  </a:cubicBezTo>
                  <a:cubicBezTo>
                    <a:pt x="7833" y="21600"/>
                    <a:pt x="9174" y="21374"/>
                    <a:pt x="10461" y="21232"/>
                  </a:cubicBezTo>
                  <a:cubicBezTo>
                    <a:pt x="10793" y="21190"/>
                    <a:pt x="11126" y="21175"/>
                    <a:pt x="11447" y="21175"/>
                  </a:cubicBezTo>
                  <a:cubicBezTo>
                    <a:pt x="12584" y="21175"/>
                    <a:pt x="13689" y="21345"/>
                    <a:pt x="14590" y="21345"/>
                  </a:cubicBezTo>
                  <a:cubicBezTo>
                    <a:pt x="15566" y="21345"/>
                    <a:pt x="16316" y="21154"/>
                    <a:pt x="16627" y="20341"/>
                  </a:cubicBezTo>
                  <a:cubicBezTo>
                    <a:pt x="17174" y="18572"/>
                    <a:pt x="16960" y="17680"/>
                    <a:pt x="16509" y="15912"/>
                  </a:cubicBezTo>
                  <a:cubicBezTo>
                    <a:pt x="16660" y="15883"/>
                    <a:pt x="16799" y="15869"/>
                    <a:pt x="16949" y="15869"/>
                  </a:cubicBezTo>
                  <a:cubicBezTo>
                    <a:pt x="18772" y="15869"/>
                    <a:pt x="20317" y="17900"/>
                    <a:pt x="20317" y="17900"/>
                  </a:cubicBezTo>
                  <a:cubicBezTo>
                    <a:pt x="21100" y="16647"/>
                    <a:pt x="21207" y="13846"/>
                    <a:pt x="19641" y="12954"/>
                  </a:cubicBezTo>
                  <a:cubicBezTo>
                    <a:pt x="18976" y="12516"/>
                    <a:pt x="17743" y="11921"/>
                    <a:pt x="17067" y="11405"/>
                  </a:cubicBezTo>
                  <a:cubicBezTo>
                    <a:pt x="15276" y="10075"/>
                    <a:pt x="18526" y="3651"/>
                    <a:pt x="17400" y="2094"/>
                  </a:cubicBezTo>
                  <a:cubicBezTo>
                    <a:pt x="16467" y="736"/>
                    <a:pt x="11265" y="0"/>
                    <a:pt x="6793" y="0"/>
                  </a:cubicBez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55" name="Google Shape;371;p29"/>
            <p:cNvSpPr/>
            <p:nvPr/>
          </p:nvSpPr>
          <p:spPr>
            <a:xfrm>
              <a:off x="399456" y="518183"/>
              <a:ext cx="112519" cy="4751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41" h="21600" fill="norm" stroke="1" extrusionOk="0">
                  <a:moveTo>
                    <a:pt x="7448" y="0"/>
                  </a:moveTo>
                  <a:cubicBezTo>
                    <a:pt x="5188" y="0"/>
                    <a:pt x="2273" y="238"/>
                    <a:pt x="3599" y="421"/>
                  </a:cubicBezTo>
                  <a:cubicBezTo>
                    <a:pt x="18417" y="2525"/>
                    <a:pt x="18417" y="7209"/>
                    <a:pt x="14325" y="10865"/>
                  </a:cubicBezTo>
                  <a:cubicBezTo>
                    <a:pt x="10233" y="14381"/>
                    <a:pt x="5543" y="18094"/>
                    <a:pt x="86" y="21460"/>
                  </a:cubicBezTo>
                  <a:cubicBezTo>
                    <a:pt x="-63" y="21558"/>
                    <a:pt x="-7" y="21600"/>
                    <a:pt x="161" y="21600"/>
                  </a:cubicBezTo>
                  <a:cubicBezTo>
                    <a:pt x="385" y="21600"/>
                    <a:pt x="815" y="21506"/>
                    <a:pt x="1058" y="21362"/>
                  </a:cubicBezTo>
                  <a:cubicBezTo>
                    <a:pt x="8663" y="17116"/>
                    <a:pt x="18043" y="12577"/>
                    <a:pt x="20173" y="7892"/>
                  </a:cubicBezTo>
                  <a:cubicBezTo>
                    <a:pt x="21537" y="4867"/>
                    <a:pt x="17650" y="1398"/>
                    <a:pt x="9242" y="84"/>
                  </a:cubicBezTo>
                  <a:cubicBezTo>
                    <a:pt x="8831" y="23"/>
                    <a:pt x="8158" y="0"/>
                    <a:pt x="7448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376;p30"/>
          <p:cNvSpPr/>
          <p:nvPr/>
        </p:nvSpPr>
        <p:spPr>
          <a:xfrm>
            <a:off x="5467074" y="3554474"/>
            <a:ext cx="2889901" cy="507601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pic>
        <p:nvPicPr>
          <p:cNvPr id="459" name="Google Shape;377;p30" descr="Google Shape;377;p3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88449" y="291150"/>
            <a:ext cx="5282152" cy="45612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382;p31"/>
          <p:cNvSpPr/>
          <p:nvPr/>
        </p:nvSpPr>
        <p:spPr>
          <a:xfrm>
            <a:off x="719999" y="4340175"/>
            <a:ext cx="3527402" cy="335101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grpSp>
        <p:nvGrpSpPr>
          <p:cNvPr id="503" name="Google Shape;383;p31"/>
          <p:cNvGrpSpPr/>
          <p:nvPr/>
        </p:nvGrpSpPr>
        <p:grpSpPr>
          <a:xfrm>
            <a:off x="755550" y="910571"/>
            <a:ext cx="1524637" cy="3692831"/>
            <a:chOff x="0" y="0"/>
            <a:chExt cx="1524636" cy="3692829"/>
          </a:xfrm>
        </p:grpSpPr>
        <p:sp>
          <p:nvSpPr>
            <p:cNvPr id="462" name="Google Shape;384;p31"/>
            <p:cNvSpPr/>
            <p:nvPr/>
          </p:nvSpPr>
          <p:spPr>
            <a:xfrm>
              <a:off x="1024456" y="508284"/>
              <a:ext cx="499903" cy="12973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61" h="21600" fill="norm" stroke="1" extrusionOk="0">
                  <a:moveTo>
                    <a:pt x="3268" y="0"/>
                  </a:moveTo>
                  <a:cubicBezTo>
                    <a:pt x="3171" y="0"/>
                    <a:pt x="3074" y="2"/>
                    <a:pt x="2972" y="3"/>
                  </a:cubicBezTo>
                  <a:cubicBezTo>
                    <a:pt x="-425" y="58"/>
                    <a:pt x="-649" y="2113"/>
                    <a:pt x="988" y="4384"/>
                  </a:cubicBezTo>
                  <a:cubicBezTo>
                    <a:pt x="3061" y="7261"/>
                    <a:pt x="7702" y="10569"/>
                    <a:pt x="8802" y="11588"/>
                  </a:cubicBezTo>
                  <a:cubicBezTo>
                    <a:pt x="12118" y="14644"/>
                    <a:pt x="13798" y="18006"/>
                    <a:pt x="13751" y="21348"/>
                  </a:cubicBezTo>
                  <a:cubicBezTo>
                    <a:pt x="14931" y="21441"/>
                    <a:pt x="16564" y="21600"/>
                    <a:pt x="17905" y="21600"/>
                  </a:cubicBezTo>
                  <a:cubicBezTo>
                    <a:pt x="19119" y="21600"/>
                    <a:pt x="20096" y="21470"/>
                    <a:pt x="20287" y="21045"/>
                  </a:cubicBezTo>
                  <a:cubicBezTo>
                    <a:pt x="20951" y="19417"/>
                    <a:pt x="20460" y="14591"/>
                    <a:pt x="18252" y="10533"/>
                  </a:cubicBezTo>
                  <a:cubicBezTo>
                    <a:pt x="16886" y="8048"/>
                    <a:pt x="13442" y="4312"/>
                    <a:pt x="9863" y="2185"/>
                  </a:cubicBezTo>
                  <a:cubicBezTo>
                    <a:pt x="8061" y="1127"/>
                    <a:pt x="6471" y="0"/>
                    <a:pt x="3268" y="0"/>
                  </a:cubicBezTo>
                  <a:close/>
                </a:path>
              </a:pathLst>
            </a:custGeom>
            <a:solidFill>
              <a:srgbClr val="BE1F8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63" name="Google Shape;385;p31"/>
            <p:cNvSpPr/>
            <p:nvPr/>
          </p:nvSpPr>
          <p:spPr>
            <a:xfrm>
              <a:off x="1325048" y="1705150"/>
              <a:ext cx="199589" cy="3140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16" h="21600" fill="norm" stroke="1" extrusionOk="0">
                  <a:moveTo>
                    <a:pt x="14184" y="0"/>
                  </a:moveTo>
                  <a:cubicBezTo>
                    <a:pt x="9711" y="0"/>
                    <a:pt x="4473" y="743"/>
                    <a:pt x="3535" y="2108"/>
                  </a:cubicBezTo>
                  <a:cubicBezTo>
                    <a:pt x="2296" y="3651"/>
                    <a:pt x="5669" y="10082"/>
                    <a:pt x="3869" y="11412"/>
                  </a:cubicBezTo>
                  <a:cubicBezTo>
                    <a:pt x="3201" y="11928"/>
                    <a:pt x="1962" y="12516"/>
                    <a:pt x="1283" y="12961"/>
                  </a:cubicBezTo>
                  <a:cubicBezTo>
                    <a:pt x="-291" y="13846"/>
                    <a:pt x="-291" y="16655"/>
                    <a:pt x="604" y="17914"/>
                  </a:cubicBezTo>
                  <a:cubicBezTo>
                    <a:pt x="604" y="17914"/>
                    <a:pt x="2156" y="15876"/>
                    <a:pt x="3999" y="15876"/>
                  </a:cubicBezTo>
                  <a:cubicBezTo>
                    <a:pt x="4139" y="15876"/>
                    <a:pt x="4290" y="15890"/>
                    <a:pt x="4430" y="15912"/>
                  </a:cubicBezTo>
                  <a:cubicBezTo>
                    <a:pt x="3869" y="17688"/>
                    <a:pt x="3762" y="18572"/>
                    <a:pt x="4322" y="20348"/>
                  </a:cubicBezTo>
                  <a:cubicBezTo>
                    <a:pt x="4635" y="21154"/>
                    <a:pt x="5378" y="21345"/>
                    <a:pt x="6370" y="21345"/>
                  </a:cubicBezTo>
                  <a:cubicBezTo>
                    <a:pt x="7275" y="21345"/>
                    <a:pt x="8375" y="21183"/>
                    <a:pt x="9517" y="21183"/>
                  </a:cubicBezTo>
                  <a:cubicBezTo>
                    <a:pt x="9841" y="21183"/>
                    <a:pt x="10175" y="21197"/>
                    <a:pt x="10509" y="21232"/>
                  </a:cubicBezTo>
                  <a:cubicBezTo>
                    <a:pt x="11802" y="21381"/>
                    <a:pt x="13128" y="21600"/>
                    <a:pt x="14314" y="21600"/>
                  </a:cubicBezTo>
                  <a:cubicBezTo>
                    <a:pt x="15489" y="21600"/>
                    <a:pt x="16534" y="21381"/>
                    <a:pt x="17256" y="20645"/>
                  </a:cubicBezTo>
                  <a:cubicBezTo>
                    <a:pt x="18722" y="19166"/>
                    <a:pt x="18280" y="18501"/>
                    <a:pt x="18614" y="16803"/>
                  </a:cubicBezTo>
                  <a:cubicBezTo>
                    <a:pt x="19056" y="14808"/>
                    <a:pt x="21309" y="5129"/>
                    <a:pt x="20856" y="1436"/>
                  </a:cubicBezTo>
                  <a:cubicBezTo>
                    <a:pt x="20759" y="460"/>
                    <a:pt x="17709" y="0"/>
                    <a:pt x="14184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64" name="Google Shape;386;p31"/>
            <p:cNvSpPr/>
            <p:nvPr/>
          </p:nvSpPr>
          <p:spPr>
            <a:xfrm>
              <a:off x="1013384" y="500159"/>
              <a:ext cx="112924" cy="4752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22" h="21600" fill="norm" stroke="1" extrusionOk="0">
                  <a:moveTo>
                    <a:pt x="12925" y="0"/>
                  </a:moveTo>
                  <a:cubicBezTo>
                    <a:pt x="12222" y="0"/>
                    <a:pt x="11555" y="28"/>
                    <a:pt x="11148" y="84"/>
                  </a:cubicBezTo>
                  <a:cubicBezTo>
                    <a:pt x="2837" y="1407"/>
                    <a:pt x="-1216" y="4866"/>
                    <a:pt x="320" y="7895"/>
                  </a:cubicBezTo>
                  <a:cubicBezTo>
                    <a:pt x="2449" y="12579"/>
                    <a:pt x="11722" y="17117"/>
                    <a:pt x="19255" y="21362"/>
                  </a:cubicBezTo>
                  <a:cubicBezTo>
                    <a:pt x="19496" y="21507"/>
                    <a:pt x="19921" y="21600"/>
                    <a:pt x="20162" y="21600"/>
                  </a:cubicBezTo>
                  <a:cubicBezTo>
                    <a:pt x="20328" y="21600"/>
                    <a:pt x="20384" y="21558"/>
                    <a:pt x="20236" y="21460"/>
                  </a:cubicBezTo>
                  <a:cubicBezTo>
                    <a:pt x="14813" y="18094"/>
                    <a:pt x="10186" y="14383"/>
                    <a:pt x="6114" y="10872"/>
                  </a:cubicBezTo>
                  <a:cubicBezTo>
                    <a:pt x="2060" y="7208"/>
                    <a:pt x="2060" y="2524"/>
                    <a:pt x="16756" y="430"/>
                  </a:cubicBezTo>
                  <a:cubicBezTo>
                    <a:pt x="18070" y="243"/>
                    <a:pt x="15164" y="0"/>
                    <a:pt x="12925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65" name="Google Shape;387;p31"/>
            <p:cNvSpPr/>
            <p:nvPr/>
          </p:nvSpPr>
          <p:spPr>
            <a:xfrm>
              <a:off x="480455" y="1652388"/>
              <a:ext cx="716396" cy="17539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9" h="21600" fill="norm" stroke="1" extrusionOk="0">
                  <a:moveTo>
                    <a:pt x="3480" y="0"/>
                  </a:moveTo>
                  <a:cubicBezTo>
                    <a:pt x="1897" y="0"/>
                    <a:pt x="625" y="51"/>
                    <a:pt x="474" y="219"/>
                  </a:cubicBezTo>
                  <a:cubicBezTo>
                    <a:pt x="-441" y="1265"/>
                    <a:pt x="224" y="3697"/>
                    <a:pt x="378" y="4239"/>
                  </a:cubicBezTo>
                  <a:cubicBezTo>
                    <a:pt x="1106" y="6937"/>
                    <a:pt x="1263" y="9067"/>
                    <a:pt x="1420" y="10706"/>
                  </a:cubicBezTo>
                  <a:cubicBezTo>
                    <a:pt x="1673" y="13125"/>
                    <a:pt x="1800" y="17424"/>
                    <a:pt x="2903" y="21297"/>
                  </a:cubicBezTo>
                  <a:cubicBezTo>
                    <a:pt x="2954" y="21473"/>
                    <a:pt x="5138" y="21513"/>
                    <a:pt x="6594" y="21513"/>
                  </a:cubicBezTo>
                  <a:cubicBezTo>
                    <a:pt x="6881" y="21513"/>
                    <a:pt x="7141" y="21511"/>
                    <a:pt x="7349" y="21509"/>
                  </a:cubicBezTo>
                  <a:cubicBezTo>
                    <a:pt x="10219" y="14012"/>
                    <a:pt x="10469" y="10930"/>
                    <a:pt x="11415" y="4385"/>
                  </a:cubicBezTo>
                  <a:cubicBezTo>
                    <a:pt x="12236" y="9476"/>
                    <a:pt x="12173" y="14699"/>
                    <a:pt x="13876" y="21416"/>
                  </a:cubicBezTo>
                  <a:cubicBezTo>
                    <a:pt x="13910" y="21548"/>
                    <a:pt x="14263" y="21600"/>
                    <a:pt x="14764" y="21600"/>
                  </a:cubicBezTo>
                  <a:cubicBezTo>
                    <a:pt x="16142" y="21600"/>
                    <a:pt x="18622" y="21209"/>
                    <a:pt x="18667" y="20967"/>
                  </a:cubicBezTo>
                  <a:cubicBezTo>
                    <a:pt x="19108" y="18297"/>
                    <a:pt x="20090" y="15096"/>
                    <a:pt x="20244" y="14012"/>
                  </a:cubicBezTo>
                  <a:cubicBezTo>
                    <a:pt x="20812" y="10348"/>
                    <a:pt x="21159" y="4636"/>
                    <a:pt x="21002" y="101"/>
                  </a:cubicBezTo>
                  <a:cubicBezTo>
                    <a:pt x="17501" y="101"/>
                    <a:pt x="13466" y="114"/>
                    <a:pt x="9965" y="114"/>
                  </a:cubicBezTo>
                  <a:cubicBezTo>
                    <a:pt x="8926" y="114"/>
                    <a:pt x="5854" y="0"/>
                    <a:pt x="3480" y="0"/>
                  </a:cubicBezTo>
                  <a:close/>
                </a:path>
              </a:pathLst>
            </a:custGeom>
            <a:solidFill>
              <a:srgbClr val="BE1F8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66" name="Google Shape;388;p31"/>
            <p:cNvSpPr/>
            <p:nvPr/>
          </p:nvSpPr>
          <p:spPr>
            <a:xfrm>
              <a:off x="539585" y="3153380"/>
              <a:ext cx="395404" cy="5394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1" h="21600" fill="norm" stroke="1" extrusionOk="0">
                  <a:moveTo>
                    <a:pt x="2591" y="0"/>
                  </a:moveTo>
                  <a:cubicBezTo>
                    <a:pt x="1659" y="0"/>
                    <a:pt x="782" y="8"/>
                    <a:pt x="0" y="29"/>
                  </a:cubicBezTo>
                  <a:cubicBezTo>
                    <a:pt x="172" y="4415"/>
                    <a:pt x="1043" y="10390"/>
                    <a:pt x="982" y="14476"/>
                  </a:cubicBezTo>
                  <a:cubicBezTo>
                    <a:pt x="982" y="14731"/>
                    <a:pt x="289" y="17873"/>
                    <a:pt x="399" y="18128"/>
                  </a:cubicBezTo>
                  <a:cubicBezTo>
                    <a:pt x="799" y="18655"/>
                    <a:pt x="10825" y="21600"/>
                    <a:pt x="16928" y="21600"/>
                  </a:cubicBezTo>
                  <a:cubicBezTo>
                    <a:pt x="18831" y="21600"/>
                    <a:pt x="20352" y="21316"/>
                    <a:pt x="21084" y="20579"/>
                  </a:cubicBezTo>
                  <a:cubicBezTo>
                    <a:pt x="21600" y="20064"/>
                    <a:pt x="21545" y="17614"/>
                    <a:pt x="18532" y="16498"/>
                  </a:cubicBezTo>
                  <a:cubicBezTo>
                    <a:pt x="16679" y="15810"/>
                    <a:pt x="14825" y="15204"/>
                    <a:pt x="12972" y="14558"/>
                  </a:cubicBezTo>
                  <a:cubicBezTo>
                    <a:pt x="12567" y="14430"/>
                    <a:pt x="12101" y="14261"/>
                    <a:pt x="11868" y="14002"/>
                  </a:cubicBezTo>
                  <a:cubicBezTo>
                    <a:pt x="11702" y="13742"/>
                    <a:pt x="11702" y="13442"/>
                    <a:pt x="11702" y="13141"/>
                  </a:cubicBezTo>
                  <a:cubicBezTo>
                    <a:pt x="11702" y="10518"/>
                    <a:pt x="12856" y="2866"/>
                    <a:pt x="12856" y="243"/>
                  </a:cubicBezTo>
                  <a:cubicBezTo>
                    <a:pt x="9998" y="111"/>
                    <a:pt x="5942" y="0"/>
                    <a:pt x="2591" y="0"/>
                  </a:cubicBez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67" name="Google Shape;389;p31"/>
            <p:cNvSpPr/>
            <p:nvPr/>
          </p:nvSpPr>
          <p:spPr>
            <a:xfrm>
              <a:off x="920644" y="3145667"/>
              <a:ext cx="411274" cy="4735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44" h="21600" fill="norm" stroke="1" extrusionOk="0">
                  <a:moveTo>
                    <a:pt x="2378" y="0"/>
                  </a:moveTo>
                  <a:cubicBezTo>
                    <a:pt x="1550" y="0"/>
                    <a:pt x="749" y="9"/>
                    <a:pt x="0" y="42"/>
                  </a:cubicBezTo>
                  <a:cubicBezTo>
                    <a:pt x="220" y="3861"/>
                    <a:pt x="1095" y="14051"/>
                    <a:pt x="1095" y="15177"/>
                  </a:cubicBezTo>
                  <a:cubicBezTo>
                    <a:pt x="1095" y="15567"/>
                    <a:pt x="498" y="19681"/>
                    <a:pt x="660" y="20024"/>
                  </a:cubicBezTo>
                  <a:cubicBezTo>
                    <a:pt x="1042" y="20662"/>
                    <a:pt x="2137" y="20953"/>
                    <a:pt x="2954" y="21051"/>
                  </a:cubicBezTo>
                  <a:cubicBezTo>
                    <a:pt x="6081" y="21389"/>
                    <a:pt x="10114" y="21600"/>
                    <a:pt x="13560" y="21600"/>
                  </a:cubicBezTo>
                  <a:cubicBezTo>
                    <a:pt x="17106" y="21600"/>
                    <a:pt x="20034" y="21379"/>
                    <a:pt x="20725" y="20859"/>
                  </a:cubicBezTo>
                  <a:cubicBezTo>
                    <a:pt x="21600" y="19146"/>
                    <a:pt x="19688" y="16988"/>
                    <a:pt x="17881" y="16252"/>
                  </a:cubicBezTo>
                  <a:cubicBezTo>
                    <a:pt x="16027" y="15468"/>
                    <a:pt x="10994" y="15177"/>
                    <a:pt x="10664" y="14736"/>
                  </a:cubicBezTo>
                  <a:cubicBezTo>
                    <a:pt x="10501" y="14488"/>
                    <a:pt x="11811" y="42"/>
                    <a:pt x="11596" y="42"/>
                  </a:cubicBezTo>
                  <a:cubicBezTo>
                    <a:pt x="10873" y="75"/>
                    <a:pt x="10103" y="84"/>
                    <a:pt x="9297" y="84"/>
                  </a:cubicBezTo>
                  <a:cubicBezTo>
                    <a:pt x="7076" y="84"/>
                    <a:pt x="4620" y="0"/>
                    <a:pt x="2378" y="0"/>
                  </a:cubicBez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68" name="Google Shape;390;p31"/>
            <p:cNvSpPr/>
            <p:nvPr/>
          </p:nvSpPr>
          <p:spPr>
            <a:xfrm>
              <a:off x="385972" y="486480"/>
              <a:ext cx="809591" cy="12067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57" h="21600" fill="norm" stroke="1" extrusionOk="0">
                  <a:moveTo>
                    <a:pt x="8098" y="0"/>
                  </a:moveTo>
                  <a:cubicBezTo>
                    <a:pt x="7814" y="0"/>
                    <a:pt x="7527" y="2"/>
                    <a:pt x="7235" y="9"/>
                  </a:cubicBezTo>
                  <a:cubicBezTo>
                    <a:pt x="5184" y="68"/>
                    <a:pt x="3402" y="239"/>
                    <a:pt x="1054" y="722"/>
                  </a:cubicBezTo>
                  <a:cubicBezTo>
                    <a:pt x="161" y="893"/>
                    <a:pt x="539" y="2259"/>
                    <a:pt x="353" y="2912"/>
                  </a:cubicBezTo>
                  <a:cubicBezTo>
                    <a:pt x="-1243" y="8640"/>
                    <a:pt x="3104" y="15385"/>
                    <a:pt x="2781" y="21188"/>
                  </a:cubicBezTo>
                  <a:cubicBezTo>
                    <a:pt x="2766" y="21410"/>
                    <a:pt x="6316" y="21600"/>
                    <a:pt x="10372" y="21600"/>
                  </a:cubicBezTo>
                  <a:cubicBezTo>
                    <a:pt x="14041" y="21600"/>
                    <a:pt x="18125" y="21445"/>
                    <a:pt x="20357" y="21016"/>
                  </a:cubicBezTo>
                  <a:cubicBezTo>
                    <a:pt x="20114" y="14943"/>
                    <a:pt x="20008" y="12445"/>
                    <a:pt x="20194" y="7467"/>
                  </a:cubicBezTo>
                  <a:cubicBezTo>
                    <a:pt x="20277" y="5602"/>
                    <a:pt x="18629" y="624"/>
                    <a:pt x="18332" y="492"/>
                  </a:cubicBezTo>
                  <a:cubicBezTo>
                    <a:pt x="18073" y="361"/>
                    <a:pt x="16356" y="105"/>
                    <a:pt x="15942" y="105"/>
                  </a:cubicBezTo>
                  <a:cubicBezTo>
                    <a:pt x="15927" y="105"/>
                    <a:pt x="15914" y="105"/>
                    <a:pt x="15904" y="107"/>
                  </a:cubicBezTo>
                  <a:cubicBezTo>
                    <a:pt x="15327" y="158"/>
                    <a:pt x="14735" y="179"/>
                    <a:pt x="14124" y="179"/>
                  </a:cubicBezTo>
                  <a:cubicBezTo>
                    <a:pt x="12285" y="179"/>
                    <a:pt x="10286" y="0"/>
                    <a:pt x="8098" y="0"/>
                  </a:cubicBezTo>
                  <a:close/>
                </a:path>
              </a:pathLst>
            </a:custGeom>
            <a:solidFill>
              <a:srgbClr val="A3137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69" name="Google Shape;391;p31"/>
            <p:cNvSpPr/>
            <p:nvPr/>
          </p:nvSpPr>
          <p:spPr>
            <a:xfrm>
              <a:off x="848752" y="611546"/>
              <a:ext cx="50073" cy="13973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7976" h="21600" fill="norm" stroke="1" extrusionOk="0">
                  <a:moveTo>
                    <a:pt x="2548" y="0"/>
                  </a:moveTo>
                  <a:cubicBezTo>
                    <a:pt x="1255" y="0"/>
                    <a:pt x="0" y="33"/>
                    <a:pt x="0" y="100"/>
                  </a:cubicBezTo>
                  <a:cubicBezTo>
                    <a:pt x="10818" y="7237"/>
                    <a:pt x="13108" y="13827"/>
                    <a:pt x="4652" y="20980"/>
                  </a:cubicBezTo>
                  <a:cubicBezTo>
                    <a:pt x="4246" y="21079"/>
                    <a:pt x="5760" y="21511"/>
                    <a:pt x="7311" y="21594"/>
                  </a:cubicBezTo>
                  <a:cubicBezTo>
                    <a:pt x="7385" y="21597"/>
                    <a:pt x="7495" y="21600"/>
                    <a:pt x="7569" y="21600"/>
                  </a:cubicBezTo>
                  <a:cubicBezTo>
                    <a:pt x="9083" y="21600"/>
                    <a:pt x="11188" y="21056"/>
                    <a:pt x="11594" y="20947"/>
                  </a:cubicBezTo>
                  <a:cubicBezTo>
                    <a:pt x="20418" y="13843"/>
                    <a:pt x="21600" y="7204"/>
                    <a:pt x="5391" y="100"/>
                  </a:cubicBezTo>
                  <a:cubicBezTo>
                    <a:pt x="5206" y="33"/>
                    <a:pt x="3877" y="0"/>
                    <a:pt x="2548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70" name="Google Shape;392;p31"/>
            <p:cNvSpPr/>
            <p:nvPr/>
          </p:nvSpPr>
          <p:spPr>
            <a:xfrm>
              <a:off x="491035" y="1650845"/>
              <a:ext cx="709761" cy="573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2" h="21600" fill="norm" stroke="1" extrusionOk="0">
                  <a:moveTo>
                    <a:pt x="21369" y="0"/>
                  </a:moveTo>
                  <a:cubicBezTo>
                    <a:pt x="21363" y="0"/>
                    <a:pt x="21357" y="0"/>
                    <a:pt x="21354" y="39"/>
                  </a:cubicBezTo>
                  <a:cubicBezTo>
                    <a:pt x="17974" y="6929"/>
                    <a:pt x="13632" y="12310"/>
                    <a:pt x="9209" y="12310"/>
                  </a:cubicBezTo>
                  <a:cubicBezTo>
                    <a:pt x="6135" y="12310"/>
                    <a:pt x="3024" y="9716"/>
                    <a:pt x="168" y="3252"/>
                  </a:cubicBezTo>
                  <a:cubicBezTo>
                    <a:pt x="69" y="3252"/>
                    <a:pt x="37" y="4877"/>
                    <a:pt x="6" y="6503"/>
                  </a:cubicBezTo>
                  <a:cubicBezTo>
                    <a:pt x="-25" y="9329"/>
                    <a:pt x="69" y="10142"/>
                    <a:pt x="69" y="10142"/>
                  </a:cubicBezTo>
                  <a:cubicBezTo>
                    <a:pt x="4059" y="18465"/>
                    <a:pt x="7151" y="21600"/>
                    <a:pt x="9860" y="21600"/>
                  </a:cubicBezTo>
                  <a:cubicBezTo>
                    <a:pt x="13981" y="21600"/>
                    <a:pt x="17211" y="14361"/>
                    <a:pt x="21354" y="7277"/>
                  </a:cubicBezTo>
                  <a:cubicBezTo>
                    <a:pt x="21575" y="6929"/>
                    <a:pt x="21550" y="0"/>
                    <a:pt x="21369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71" name="Google Shape;393;p31"/>
            <p:cNvSpPr/>
            <p:nvPr/>
          </p:nvSpPr>
          <p:spPr>
            <a:xfrm>
              <a:off x="1105061" y="507050"/>
              <a:ext cx="85791" cy="4588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69" h="21600" fill="norm" stroke="1" extrusionOk="0">
                  <a:moveTo>
                    <a:pt x="376" y="0"/>
                  </a:moveTo>
                  <a:cubicBezTo>
                    <a:pt x="45" y="0"/>
                    <a:pt x="-96" y="34"/>
                    <a:pt x="69" y="121"/>
                  </a:cubicBezTo>
                  <a:cubicBezTo>
                    <a:pt x="13628" y="6895"/>
                    <a:pt x="17071" y="14172"/>
                    <a:pt x="19028" y="21397"/>
                  </a:cubicBezTo>
                  <a:cubicBezTo>
                    <a:pt x="19028" y="21542"/>
                    <a:pt x="19052" y="21600"/>
                    <a:pt x="19075" y="21600"/>
                  </a:cubicBezTo>
                  <a:cubicBezTo>
                    <a:pt x="19146" y="21600"/>
                    <a:pt x="19264" y="21106"/>
                    <a:pt x="19264" y="20690"/>
                  </a:cubicBezTo>
                  <a:cubicBezTo>
                    <a:pt x="21504" y="13616"/>
                    <a:pt x="14100" y="4566"/>
                    <a:pt x="5964" y="775"/>
                  </a:cubicBezTo>
                  <a:cubicBezTo>
                    <a:pt x="5398" y="499"/>
                    <a:pt x="1602" y="0"/>
                    <a:pt x="376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72" name="Google Shape;394;p31"/>
            <p:cNvSpPr/>
            <p:nvPr/>
          </p:nvSpPr>
          <p:spPr>
            <a:xfrm>
              <a:off x="523020" y="1333758"/>
              <a:ext cx="196651" cy="373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06" h="21600" fill="norm" stroke="1" extrusionOk="0">
                  <a:moveTo>
                    <a:pt x="11262" y="0"/>
                  </a:moveTo>
                  <a:cubicBezTo>
                    <a:pt x="7894" y="0"/>
                    <a:pt x="4473" y="1726"/>
                    <a:pt x="1384" y="2737"/>
                  </a:cubicBezTo>
                  <a:cubicBezTo>
                    <a:pt x="-364" y="3927"/>
                    <a:pt x="-514" y="18268"/>
                    <a:pt x="1266" y="18268"/>
                  </a:cubicBezTo>
                  <a:cubicBezTo>
                    <a:pt x="1309" y="18268"/>
                    <a:pt x="1341" y="18268"/>
                    <a:pt x="1384" y="18268"/>
                  </a:cubicBezTo>
                  <a:cubicBezTo>
                    <a:pt x="1652" y="18208"/>
                    <a:pt x="1921" y="18208"/>
                    <a:pt x="2199" y="18208"/>
                  </a:cubicBezTo>
                  <a:cubicBezTo>
                    <a:pt x="6586" y="18208"/>
                    <a:pt x="11155" y="21600"/>
                    <a:pt x="15606" y="21600"/>
                  </a:cubicBezTo>
                  <a:cubicBezTo>
                    <a:pt x="16807" y="21600"/>
                    <a:pt x="18008" y="21362"/>
                    <a:pt x="19188" y="20707"/>
                  </a:cubicBezTo>
                  <a:cubicBezTo>
                    <a:pt x="20646" y="19517"/>
                    <a:pt x="21086" y="8331"/>
                    <a:pt x="19520" y="5236"/>
                  </a:cubicBezTo>
                  <a:cubicBezTo>
                    <a:pt x="16957" y="1250"/>
                    <a:pt x="14126" y="0"/>
                    <a:pt x="11262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73" name="Google Shape;395;p31"/>
            <p:cNvSpPr/>
            <p:nvPr/>
          </p:nvSpPr>
          <p:spPr>
            <a:xfrm>
              <a:off x="529245" y="1415318"/>
              <a:ext cx="149957" cy="374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30" h="21600" fill="norm" stroke="1" extrusionOk="0">
                  <a:moveTo>
                    <a:pt x="10413" y="0"/>
                  </a:moveTo>
                  <a:cubicBezTo>
                    <a:pt x="7316" y="0"/>
                    <a:pt x="4190" y="1602"/>
                    <a:pt x="1711" y="2730"/>
                  </a:cubicBezTo>
                  <a:cubicBezTo>
                    <a:pt x="-499" y="3976"/>
                    <a:pt x="-640" y="18870"/>
                    <a:pt x="1711" y="18870"/>
                  </a:cubicBezTo>
                  <a:cubicBezTo>
                    <a:pt x="4936" y="18870"/>
                    <a:pt x="8020" y="18870"/>
                    <a:pt x="11117" y="19464"/>
                  </a:cubicBezTo>
                  <a:cubicBezTo>
                    <a:pt x="12920" y="20235"/>
                    <a:pt x="14722" y="21600"/>
                    <a:pt x="16539" y="21600"/>
                  </a:cubicBezTo>
                  <a:cubicBezTo>
                    <a:pt x="17524" y="21600"/>
                    <a:pt x="18510" y="21185"/>
                    <a:pt x="19482" y="20116"/>
                  </a:cubicBezTo>
                  <a:cubicBezTo>
                    <a:pt x="20664" y="18218"/>
                    <a:pt x="20960" y="11453"/>
                    <a:pt x="19777" y="8960"/>
                  </a:cubicBezTo>
                  <a:cubicBezTo>
                    <a:pt x="17369" y="2018"/>
                    <a:pt x="13920" y="0"/>
                    <a:pt x="10413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74" name="Google Shape;396;p31"/>
            <p:cNvSpPr/>
            <p:nvPr/>
          </p:nvSpPr>
          <p:spPr>
            <a:xfrm>
              <a:off x="540067" y="1488342"/>
              <a:ext cx="89863" cy="40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476" h="21600" fill="norm" stroke="1" extrusionOk="0">
                  <a:moveTo>
                    <a:pt x="3262" y="0"/>
                  </a:moveTo>
                  <a:cubicBezTo>
                    <a:pt x="-305" y="0"/>
                    <a:pt x="-1464" y="13405"/>
                    <a:pt x="2437" y="15522"/>
                  </a:cubicBezTo>
                  <a:cubicBezTo>
                    <a:pt x="5000" y="16661"/>
                    <a:pt x="7564" y="18398"/>
                    <a:pt x="10127" y="19538"/>
                  </a:cubicBezTo>
                  <a:cubicBezTo>
                    <a:pt x="11888" y="20297"/>
                    <a:pt x="13649" y="21600"/>
                    <a:pt x="15343" y="21600"/>
                  </a:cubicBezTo>
                  <a:cubicBezTo>
                    <a:pt x="16101" y="21600"/>
                    <a:pt x="16859" y="21329"/>
                    <a:pt x="17573" y="20623"/>
                  </a:cubicBezTo>
                  <a:cubicBezTo>
                    <a:pt x="19445" y="18941"/>
                    <a:pt x="20136" y="13839"/>
                    <a:pt x="18732" y="9877"/>
                  </a:cubicBezTo>
                  <a:cubicBezTo>
                    <a:pt x="16859" y="5319"/>
                    <a:pt x="14541" y="4776"/>
                    <a:pt x="12000" y="3636"/>
                  </a:cubicBezTo>
                  <a:cubicBezTo>
                    <a:pt x="9414" y="2496"/>
                    <a:pt x="6628" y="1357"/>
                    <a:pt x="4086" y="271"/>
                  </a:cubicBezTo>
                  <a:cubicBezTo>
                    <a:pt x="3797" y="109"/>
                    <a:pt x="3507" y="0"/>
                    <a:pt x="3262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75" name="Google Shape;397;p31"/>
            <p:cNvSpPr/>
            <p:nvPr/>
          </p:nvSpPr>
          <p:spPr>
            <a:xfrm>
              <a:off x="559130" y="1545526"/>
              <a:ext cx="77024" cy="341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513" h="21600" fill="norm" stroke="1" extrusionOk="0">
                  <a:moveTo>
                    <a:pt x="3282" y="0"/>
                  </a:moveTo>
                  <a:cubicBezTo>
                    <a:pt x="-653" y="0"/>
                    <a:pt x="-1278" y="17176"/>
                    <a:pt x="2656" y="18477"/>
                  </a:cubicBezTo>
                  <a:cubicBezTo>
                    <a:pt x="6070" y="19843"/>
                    <a:pt x="9509" y="21600"/>
                    <a:pt x="12922" y="21600"/>
                  </a:cubicBezTo>
                  <a:cubicBezTo>
                    <a:pt x="14407" y="21600"/>
                    <a:pt x="15867" y="21275"/>
                    <a:pt x="17352" y="20494"/>
                  </a:cubicBezTo>
                  <a:cubicBezTo>
                    <a:pt x="19775" y="19128"/>
                    <a:pt x="20322" y="9629"/>
                    <a:pt x="18159" y="6896"/>
                  </a:cubicBezTo>
                  <a:cubicBezTo>
                    <a:pt x="13808" y="1431"/>
                    <a:pt x="8649" y="1431"/>
                    <a:pt x="3751" y="65"/>
                  </a:cubicBezTo>
                  <a:cubicBezTo>
                    <a:pt x="3594" y="65"/>
                    <a:pt x="3438" y="0"/>
                    <a:pt x="3282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76" name="Google Shape;398;p31"/>
            <p:cNvSpPr/>
            <p:nvPr/>
          </p:nvSpPr>
          <p:spPr>
            <a:xfrm>
              <a:off x="516161" y="1253741"/>
              <a:ext cx="87295" cy="309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949" h="21600" fill="norm" stroke="1" extrusionOk="0">
                  <a:moveTo>
                    <a:pt x="11088" y="0"/>
                  </a:moveTo>
                  <a:cubicBezTo>
                    <a:pt x="8432" y="0"/>
                    <a:pt x="5706" y="1076"/>
                    <a:pt x="3120" y="1435"/>
                  </a:cubicBezTo>
                  <a:cubicBezTo>
                    <a:pt x="-1040" y="2225"/>
                    <a:pt x="-1040" y="20165"/>
                    <a:pt x="3120" y="20165"/>
                  </a:cubicBezTo>
                  <a:cubicBezTo>
                    <a:pt x="5706" y="20524"/>
                    <a:pt x="8432" y="21600"/>
                    <a:pt x="11088" y="21600"/>
                  </a:cubicBezTo>
                  <a:cubicBezTo>
                    <a:pt x="13509" y="21600"/>
                    <a:pt x="15883" y="20739"/>
                    <a:pt x="18116" y="17868"/>
                  </a:cubicBezTo>
                  <a:cubicBezTo>
                    <a:pt x="20560" y="14926"/>
                    <a:pt x="20560" y="6674"/>
                    <a:pt x="18116" y="3732"/>
                  </a:cubicBezTo>
                  <a:cubicBezTo>
                    <a:pt x="15883" y="861"/>
                    <a:pt x="13509" y="0"/>
                    <a:pt x="11088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77" name="Google Shape;399;p31"/>
            <p:cNvSpPr/>
            <p:nvPr/>
          </p:nvSpPr>
          <p:spPr>
            <a:xfrm>
              <a:off x="514563" y="533482"/>
              <a:ext cx="231587" cy="1393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46" h="21600" fill="norm" stroke="1" extrusionOk="0">
                  <a:moveTo>
                    <a:pt x="843" y="0"/>
                  </a:moveTo>
                  <a:cubicBezTo>
                    <a:pt x="245" y="0"/>
                    <a:pt x="-325" y="1323"/>
                    <a:pt x="217" y="2120"/>
                  </a:cubicBezTo>
                  <a:cubicBezTo>
                    <a:pt x="5591" y="10282"/>
                    <a:pt x="13003" y="20261"/>
                    <a:pt x="20228" y="21600"/>
                  </a:cubicBezTo>
                  <a:cubicBezTo>
                    <a:pt x="20256" y="21600"/>
                    <a:pt x="20294" y="21600"/>
                    <a:pt x="20322" y="21600"/>
                  </a:cubicBezTo>
                  <a:cubicBezTo>
                    <a:pt x="21116" y="21600"/>
                    <a:pt x="21275" y="19735"/>
                    <a:pt x="20705" y="19097"/>
                  </a:cubicBezTo>
                  <a:cubicBezTo>
                    <a:pt x="17686" y="15941"/>
                    <a:pt x="14172" y="14427"/>
                    <a:pt x="11050" y="11605"/>
                  </a:cubicBezTo>
                  <a:cubicBezTo>
                    <a:pt x="7535" y="8433"/>
                    <a:pt x="4320" y="4623"/>
                    <a:pt x="1292" y="287"/>
                  </a:cubicBezTo>
                  <a:cubicBezTo>
                    <a:pt x="1152" y="96"/>
                    <a:pt x="1002" y="0"/>
                    <a:pt x="843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78" name="Google Shape;400;p31"/>
            <p:cNvSpPr/>
            <p:nvPr/>
          </p:nvSpPr>
          <p:spPr>
            <a:xfrm>
              <a:off x="539192" y="618437"/>
              <a:ext cx="137249" cy="801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45" h="21600" fill="norm" stroke="1" extrusionOk="0">
                  <a:moveTo>
                    <a:pt x="1476" y="0"/>
                  </a:moveTo>
                  <a:cubicBezTo>
                    <a:pt x="136" y="0"/>
                    <a:pt x="-649" y="3743"/>
                    <a:pt x="706" y="5684"/>
                  </a:cubicBezTo>
                  <a:cubicBezTo>
                    <a:pt x="6002" y="12616"/>
                    <a:pt x="12591" y="20435"/>
                    <a:pt x="19334" y="21600"/>
                  </a:cubicBezTo>
                  <a:cubicBezTo>
                    <a:pt x="20628" y="21600"/>
                    <a:pt x="20951" y="18411"/>
                    <a:pt x="19981" y="17247"/>
                  </a:cubicBezTo>
                  <a:cubicBezTo>
                    <a:pt x="17087" y="14086"/>
                    <a:pt x="13884" y="12339"/>
                    <a:pt x="10821" y="9732"/>
                  </a:cubicBezTo>
                  <a:cubicBezTo>
                    <a:pt x="7772" y="7126"/>
                    <a:pt x="5032" y="3937"/>
                    <a:pt x="2307" y="471"/>
                  </a:cubicBezTo>
                  <a:cubicBezTo>
                    <a:pt x="2014" y="139"/>
                    <a:pt x="1737" y="0"/>
                    <a:pt x="1476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79" name="Google Shape;401;p31"/>
            <p:cNvSpPr/>
            <p:nvPr/>
          </p:nvSpPr>
          <p:spPr>
            <a:xfrm>
              <a:off x="567587" y="706682"/>
              <a:ext cx="85354" cy="415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548" h="21600" fill="norm" stroke="1" extrusionOk="0">
                  <a:moveTo>
                    <a:pt x="2820" y="0"/>
                  </a:moveTo>
                  <a:cubicBezTo>
                    <a:pt x="-218" y="0"/>
                    <a:pt x="-1231" y="11067"/>
                    <a:pt x="1949" y="13634"/>
                  </a:cubicBezTo>
                  <a:cubicBezTo>
                    <a:pt x="6212" y="16200"/>
                    <a:pt x="11347" y="21600"/>
                    <a:pt x="16153" y="21600"/>
                  </a:cubicBezTo>
                  <a:cubicBezTo>
                    <a:pt x="16577" y="21600"/>
                    <a:pt x="17001" y="21547"/>
                    <a:pt x="17425" y="21440"/>
                  </a:cubicBezTo>
                  <a:cubicBezTo>
                    <a:pt x="19639" y="21440"/>
                    <a:pt x="20369" y="15291"/>
                    <a:pt x="18414" y="11923"/>
                  </a:cubicBezTo>
                  <a:cubicBezTo>
                    <a:pt x="14480" y="5240"/>
                    <a:pt x="8332" y="3582"/>
                    <a:pt x="3645" y="267"/>
                  </a:cubicBezTo>
                  <a:cubicBezTo>
                    <a:pt x="3362" y="53"/>
                    <a:pt x="3080" y="0"/>
                    <a:pt x="2820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80" name="Google Shape;402;p31"/>
            <p:cNvSpPr/>
            <p:nvPr/>
          </p:nvSpPr>
          <p:spPr>
            <a:xfrm>
              <a:off x="928825" y="632733"/>
              <a:ext cx="83257" cy="371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937" h="21600" fill="norm" stroke="1" extrusionOk="0">
                  <a:moveTo>
                    <a:pt x="14764" y="0"/>
                  </a:moveTo>
                  <a:cubicBezTo>
                    <a:pt x="10479" y="0"/>
                    <a:pt x="5971" y="4727"/>
                    <a:pt x="2154" y="7060"/>
                  </a:cubicBezTo>
                  <a:cubicBezTo>
                    <a:pt x="-1442" y="9394"/>
                    <a:pt x="-112" y="21600"/>
                    <a:pt x="3041" y="21600"/>
                  </a:cubicBezTo>
                  <a:cubicBezTo>
                    <a:pt x="3262" y="21600"/>
                    <a:pt x="3484" y="21540"/>
                    <a:pt x="3706" y="21420"/>
                  </a:cubicBezTo>
                  <a:cubicBezTo>
                    <a:pt x="8607" y="19566"/>
                    <a:pt x="15799" y="19566"/>
                    <a:pt x="19394" y="9573"/>
                  </a:cubicBezTo>
                  <a:cubicBezTo>
                    <a:pt x="20158" y="7659"/>
                    <a:pt x="20158" y="3351"/>
                    <a:pt x="19124" y="2094"/>
                  </a:cubicBezTo>
                  <a:cubicBezTo>
                    <a:pt x="17744" y="598"/>
                    <a:pt x="16267" y="0"/>
                    <a:pt x="14764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81" name="Google Shape;403;p31"/>
            <p:cNvSpPr/>
            <p:nvPr/>
          </p:nvSpPr>
          <p:spPr>
            <a:xfrm>
              <a:off x="924192" y="725298"/>
              <a:ext cx="59063" cy="257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36" h="21600" fill="norm" stroke="1" extrusionOk="0">
                  <a:moveTo>
                    <a:pt x="13097" y="0"/>
                  </a:moveTo>
                  <a:cubicBezTo>
                    <a:pt x="12220" y="0"/>
                    <a:pt x="11344" y="86"/>
                    <a:pt x="10502" y="86"/>
                  </a:cubicBezTo>
                  <a:cubicBezTo>
                    <a:pt x="7977" y="1037"/>
                    <a:pt x="5032" y="1037"/>
                    <a:pt x="2472" y="1901"/>
                  </a:cubicBezTo>
                  <a:cubicBezTo>
                    <a:pt x="-824" y="3629"/>
                    <a:pt x="-824" y="17194"/>
                    <a:pt x="2472" y="19008"/>
                  </a:cubicBezTo>
                  <a:cubicBezTo>
                    <a:pt x="5032" y="20822"/>
                    <a:pt x="7977" y="20822"/>
                    <a:pt x="10502" y="20822"/>
                  </a:cubicBezTo>
                  <a:cubicBezTo>
                    <a:pt x="11659" y="21254"/>
                    <a:pt x="12886" y="21600"/>
                    <a:pt x="14114" y="21600"/>
                  </a:cubicBezTo>
                  <a:cubicBezTo>
                    <a:pt x="15586" y="21600"/>
                    <a:pt x="17024" y="20995"/>
                    <a:pt x="18216" y="19008"/>
                  </a:cubicBezTo>
                  <a:cubicBezTo>
                    <a:pt x="20776" y="14515"/>
                    <a:pt x="20776" y="6394"/>
                    <a:pt x="18216" y="2765"/>
                  </a:cubicBezTo>
                  <a:cubicBezTo>
                    <a:pt x="16744" y="346"/>
                    <a:pt x="14920" y="0"/>
                    <a:pt x="13097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82" name="Google Shape;404;p31"/>
            <p:cNvSpPr/>
            <p:nvPr/>
          </p:nvSpPr>
          <p:spPr>
            <a:xfrm>
              <a:off x="928229" y="806961"/>
              <a:ext cx="60606" cy="268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012" h="21600" fill="norm" stroke="1" extrusionOk="0">
                  <a:moveTo>
                    <a:pt x="4254" y="0"/>
                  </a:moveTo>
                  <a:cubicBezTo>
                    <a:pt x="-1418" y="0"/>
                    <a:pt x="-1418" y="21600"/>
                    <a:pt x="4254" y="21600"/>
                  </a:cubicBezTo>
                  <a:lnTo>
                    <a:pt x="12405" y="21600"/>
                  </a:lnTo>
                  <a:cubicBezTo>
                    <a:pt x="15224" y="21600"/>
                    <a:pt x="17737" y="21600"/>
                    <a:pt x="19503" y="14731"/>
                  </a:cubicBezTo>
                  <a:cubicBezTo>
                    <a:pt x="20182" y="12083"/>
                    <a:pt x="20182" y="8607"/>
                    <a:pt x="19503" y="6952"/>
                  </a:cubicBezTo>
                  <a:cubicBezTo>
                    <a:pt x="17737" y="0"/>
                    <a:pt x="15224" y="0"/>
                    <a:pt x="12405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83" name="Google Shape;405;p31"/>
            <p:cNvSpPr/>
            <p:nvPr/>
          </p:nvSpPr>
          <p:spPr>
            <a:xfrm>
              <a:off x="939980" y="876590"/>
              <a:ext cx="47235" cy="261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66" h="21600" fill="norm" stroke="1" extrusionOk="0">
                  <a:moveTo>
                    <a:pt x="6390" y="0"/>
                  </a:moveTo>
                  <a:cubicBezTo>
                    <a:pt x="3015" y="0"/>
                    <a:pt x="0" y="3657"/>
                    <a:pt x="0" y="10800"/>
                  </a:cubicBezTo>
                  <a:cubicBezTo>
                    <a:pt x="0" y="18028"/>
                    <a:pt x="3060" y="21600"/>
                    <a:pt x="6435" y="21600"/>
                  </a:cubicBezTo>
                  <a:cubicBezTo>
                    <a:pt x="6795" y="21600"/>
                    <a:pt x="7155" y="21600"/>
                    <a:pt x="7515" y="21515"/>
                  </a:cubicBezTo>
                  <a:cubicBezTo>
                    <a:pt x="10845" y="20580"/>
                    <a:pt x="14580" y="19729"/>
                    <a:pt x="17865" y="17943"/>
                  </a:cubicBezTo>
                  <a:cubicBezTo>
                    <a:pt x="21600" y="16157"/>
                    <a:pt x="21600" y="6378"/>
                    <a:pt x="17865" y="3742"/>
                  </a:cubicBezTo>
                  <a:cubicBezTo>
                    <a:pt x="14580" y="1956"/>
                    <a:pt x="10845" y="1020"/>
                    <a:pt x="7515" y="170"/>
                  </a:cubicBezTo>
                  <a:cubicBezTo>
                    <a:pt x="7155" y="85"/>
                    <a:pt x="6750" y="0"/>
                    <a:pt x="6390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84" name="Google Shape;406;p31"/>
            <p:cNvSpPr/>
            <p:nvPr/>
          </p:nvSpPr>
          <p:spPr>
            <a:xfrm>
              <a:off x="942448" y="1590472"/>
              <a:ext cx="91564" cy="285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57" h="21600" fill="norm" stroke="1" extrusionOk="0">
                  <a:moveTo>
                    <a:pt x="14615" y="0"/>
                  </a:moveTo>
                  <a:cubicBezTo>
                    <a:pt x="13558" y="0"/>
                    <a:pt x="12501" y="233"/>
                    <a:pt x="11444" y="233"/>
                  </a:cubicBezTo>
                  <a:cubicBezTo>
                    <a:pt x="8342" y="1088"/>
                    <a:pt x="5469" y="1865"/>
                    <a:pt x="2344" y="2719"/>
                  </a:cubicBezTo>
                  <a:cubicBezTo>
                    <a:pt x="-781" y="3496"/>
                    <a:pt x="-781" y="18104"/>
                    <a:pt x="2344" y="18881"/>
                  </a:cubicBezTo>
                  <a:cubicBezTo>
                    <a:pt x="5469" y="19658"/>
                    <a:pt x="8342" y="20512"/>
                    <a:pt x="11444" y="21289"/>
                  </a:cubicBezTo>
                  <a:cubicBezTo>
                    <a:pt x="12501" y="21289"/>
                    <a:pt x="13558" y="21600"/>
                    <a:pt x="14615" y="21600"/>
                  </a:cubicBezTo>
                  <a:cubicBezTo>
                    <a:pt x="16200" y="21600"/>
                    <a:pt x="17786" y="20978"/>
                    <a:pt x="19371" y="18104"/>
                  </a:cubicBezTo>
                  <a:cubicBezTo>
                    <a:pt x="20819" y="14840"/>
                    <a:pt x="20819" y="6682"/>
                    <a:pt x="19371" y="3496"/>
                  </a:cubicBezTo>
                  <a:cubicBezTo>
                    <a:pt x="17786" y="544"/>
                    <a:pt x="16200" y="0"/>
                    <a:pt x="14615" y="0"/>
                  </a:cubicBezTo>
                  <a:close/>
                </a:path>
              </a:pathLst>
            </a:custGeom>
            <a:solidFill>
              <a:srgbClr val="820C0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85" name="Google Shape;407;p31"/>
            <p:cNvSpPr/>
            <p:nvPr/>
          </p:nvSpPr>
          <p:spPr>
            <a:xfrm>
              <a:off x="935480" y="1515186"/>
              <a:ext cx="73513" cy="277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998" h="21600" fill="norm" stroke="1" extrusionOk="0">
                  <a:moveTo>
                    <a:pt x="14598" y="0"/>
                  </a:moveTo>
                  <a:cubicBezTo>
                    <a:pt x="13507" y="0"/>
                    <a:pt x="12332" y="320"/>
                    <a:pt x="11157" y="320"/>
                  </a:cubicBezTo>
                  <a:cubicBezTo>
                    <a:pt x="8555" y="320"/>
                    <a:pt x="5897" y="320"/>
                    <a:pt x="3295" y="1200"/>
                  </a:cubicBezTo>
                  <a:cubicBezTo>
                    <a:pt x="-1098" y="1200"/>
                    <a:pt x="-1098" y="19600"/>
                    <a:pt x="3295" y="20400"/>
                  </a:cubicBezTo>
                  <a:cubicBezTo>
                    <a:pt x="5897" y="20400"/>
                    <a:pt x="8555" y="20400"/>
                    <a:pt x="11157" y="21280"/>
                  </a:cubicBezTo>
                  <a:cubicBezTo>
                    <a:pt x="12332" y="21280"/>
                    <a:pt x="13507" y="21600"/>
                    <a:pt x="14598" y="21600"/>
                  </a:cubicBezTo>
                  <a:cubicBezTo>
                    <a:pt x="15997" y="21600"/>
                    <a:pt x="17340" y="21040"/>
                    <a:pt x="18487" y="18720"/>
                  </a:cubicBezTo>
                  <a:cubicBezTo>
                    <a:pt x="20502" y="14560"/>
                    <a:pt x="20502" y="6240"/>
                    <a:pt x="18487" y="2880"/>
                  </a:cubicBezTo>
                  <a:cubicBezTo>
                    <a:pt x="17340" y="560"/>
                    <a:pt x="15997" y="0"/>
                    <a:pt x="14598" y="0"/>
                  </a:cubicBezTo>
                  <a:close/>
                </a:path>
              </a:pathLst>
            </a:custGeom>
            <a:solidFill>
              <a:srgbClr val="820C0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86" name="Google Shape;408;p31"/>
            <p:cNvSpPr/>
            <p:nvPr/>
          </p:nvSpPr>
          <p:spPr>
            <a:xfrm>
              <a:off x="946434" y="1426529"/>
              <a:ext cx="48906" cy="273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70" h="21600" fill="norm" stroke="1" extrusionOk="0">
                  <a:moveTo>
                    <a:pt x="5076" y="0"/>
                  </a:moveTo>
                  <a:cubicBezTo>
                    <a:pt x="-1692" y="0"/>
                    <a:pt x="-1692" y="21194"/>
                    <a:pt x="5076" y="21194"/>
                  </a:cubicBezTo>
                  <a:cubicBezTo>
                    <a:pt x="6413" y="21438"/>
                    <a:pt x="7669" y="21600"/>
                    <a:pt x="8966" y="21600"/>
                  </a:cubicBezTo>
                  <a:cubicBezTo>
                    <a:pt x="11722" y="21600"/>
                    <a:pt x="14478" y="20707"/>
                    <a:pt x="17355" y="17783"/>
                  </a:cubicBezTo>
                  <a:cubicBezTo>
                    <a:pt x="19908" y="15266"/>
                    <a:pt x="19908" y="6821"/>
                    <a:pt x="17355" y="4223"/>
                  </a:cubicBezTo>
                  <a:cubicBezTo>
                    <a:pt x="13140" y="0"/>
                    <a:pt x="9331" y="0"/>
                    <a:pt x="5076" y="0"/>
                  </a:cubicBezTo>
                  <a:close/>
                </a:path>
              </a:pathLst>
            </a:custGeom>
            <a:solidFill>
              <a:srgbClr val="820C0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87" name="Google Shape;409;p31"/>
            <p:cNvSpPr/>
            <p:nvPr/>
          </p:nvSpPr>
          <p:spPr>
            <a:xfrm>
              <a:off x="554601" y="0"/>
              <a:ext cx="463854" cy="6194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1739" y="0"/>
                  </a:moveTo>
                  <a:cubicBezTo>
                    <a:pt x="8453" y="0"/>
                    <a:pt x="5115" y="1065"/>
                    <a:pt x="3448" y="3055"/>
                  </a:cubicBezTo>
                  <a:cubicBezTo>
                    <a:pt x="48" y="7061"/>
                    <a:pt x="1801" y="11813"/>
                    <a:pt x="3046" y="16231"/>
                  </a:cubicBezTo>
                  <a:cubicBezTo>
                    <a:pt x="3400" y="17020"/>
                    <a:pt x="1446" y="17096"/>
                    <a:pt x="0" y="17393"/>
                  </a:cubicBezTo>
                  <a:cubicBezTo>
                    <a:pt x="1446" y="18892"/>
                    <a:pt x="4598" y="20277"/>
                    <a:pt x="6600" y="20800"/>
                  </a:cubicBezTo>
                  <a:cubicBezTo>
                    <a:pt x="8645" y="21331"/>
                    <a:pt x="10968" y="21600"/>
                    <a:pt x="13142" y="21600"/>
                  </a:cubicBezTo>
                  <a:cubicBezTo>
                    <a:pt x="13415" y="21600"/>
                    <a:pt x="13683" y="21596"/>
                    <a:pt x="13947" y="21589"/>
                  </a:cubicBezTo>
                  <a:cubicBezTo>
                    <a:pt x="15800" y="21514"/>
                    <a:pt x="17299" y="21288"/>
                    <a:pt x="18798" y="20463"/>
                  </a:cubicBezTo>
                  <a:cubicBezTo>
                    <a:pt x="20197" y="19678"/>
                    <a:pt x="21547" y="18555"/>
                    <a:pt x="21600" y="17171"/>
                  </a:cubicBezTo>
                  <a:cubicBezTo>
                    <a:pt x="20245" y="17171"/>
                    <a:pt x="18449" y="17171"/>
                    <a:pt x="18348" y="16196"/>
                  </a:cubicBezTo>
                  <a:cubicBezTo>
                    <a:pt x="18300" y="15898"/>
                    <a:pt x="18449" y="15597"/>
                    <a:pt x="18645" y="15335"/>
                  </a:cubicBezTo>
                  <a:cubicBezTo>
                    <a:pt x="19847" y="13201"/>
                    <a:pt x="20498" y="10917"/>
                    <a:pt x="20647" y="8636"/>
                  </a:cubicBezTo>
                  <a:cubicBezTo>
                    <a:pt x="20800" y="6387"/>
                    <a:pt x="20498" y="3579"/>
                    <a:pt x="18449" y="1969"/>
                  </a:cubicBezTo>
                  <a:cubicBezTo>
                    <a:pt x="16772" y="635"/>
                    <a:pt x="14272" y="0"/>
                    <a:pt x="11739" y="0"/>
                  </a:cubicBezTo>
                  <a:close/>
                </a:path>
              </a:pathLst>
            </a:custGeom>
            <a:solidFill>
              <a:srgbClr val="BE1F8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88" name="Google Shape;410;p31"/>
            <p:cNvSpPr/>
            <p:nvPr/>
          </p:nvSpPr>
          <p:spPr>
            <a:xfrm>
              <a:off x="689654" y="122802"/>
              <a:ext cx="263462" cy="3773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076" h="21600" fill="norm" stroke="1" extrusionOk="0">
                  <a:moveTo>
                    <a:pt x="11333" y="0"/>
                  </a:moveTo>
                  <a:cubicBezTo>
                    <a:pt x="9506" y="0"/>
                    <a:pt x="7727" y="183"/>
                    <a:pt x="6481" y="442"/>
                  </a:cubicBezTo>
                  <a:cubicBezTo>
                    <a:pt x="-471" y="1919"/>
                    <a:pt x="-1129" y="11015"/>
                    <a:pt x="1238" y="14948"/>
                  </a:cubicBezTo>
                  <a:cubicBezTo>
                    <a:pt x="2312" y="16731"/>
                    <a:pt x="3699" y="19316"/>
                    <a:pt x="5823" y="20417"/>
                  </a:cubicBezTo>
                  <a:cubicBezTo>
                    <a:pt x="7257" y="21164"/>
                    <a:pt x="8989" y="21600"/>
                    <a:pt x="10713" y="21600"/>
                  </a:cubicBezTo>
                  <a:cubicBezTo>
                    <a:pt x="11552" y="21600"/>
                    <a:pt x="12383" y="21500"/>
                    <a:pt x="13190" y="21282"/>
                  </a:cubicBezTo>
                  <a:cubicBezTo>
                    <a:pt x="16458" y="20299"/>
                    <a:pt x="18096" y="17591"/>
                    <a:pt x="18911" y="14948"/>
                  </a:cubicBezTo>
                  <a:cubicBezTo>
                    <a:pt x="19405" y="13170"/>
                    <a:pt x="19734" y="11380"/>
                    <a:pt x="19899" y="9537"/>
                  </a:cubicBezTo>
                  <a:cubicBezTo>
                    <a:pt x="20142" y="6959"/>
                    <a:pt x="20471" y="3703"/>
                    <a:pt x="18347" y="1672"/>
                  </a:cubicBezTo>
                  <a:cubicBezTo>
                    <a:pt x="17148" y="436"/>
                    <a:pt x="14185" y="0"/>
                    <a:pt x="11333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89" name="Google Shape;411;p31"/>
            <p:cNvSpPr/>
            <p:nvPr/>
          </p:nvSpPr>
          <p:spPr>
            <a:xfrm>
              <a:off x="701189" y="310298"/>
              <a:ext cx="269835" cy="233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33" h="21600" fill="norm" stroke="1" extrusionOk="0">
                  <a:moveTo>
                    <a:pt x="11686" y="0"/>
                  </a:moveTo>
                  <a:cubicBezTo>
                    <a:pt x="10880" y="0"/>
                    <a:pt x="10066" y="57"/>
                    <a:pt x="9260" y="161"/>
                  </a:cubicBezTo>
                  <a:cubicBezTo>
                    <a:pt x="7315" y="361"/>
                    <a:pt x="2300" y="1444"/>
                    <a:pt x="766" y="3429"/>
                  </a:cubicBezTo>
                  <a:cubicBezTo>
                    <a:pt x="-1017" y="5813"/>
                    <a:pt x="766" y="11360"/>
                    <a:pt x="1572" y="13745"/>
                  </a:cubicBezTo>
                  <a:cubicBezTo>
                    <a:pt x="2463" y="16024"/>
                    <a:pt x="3432" y="18304"/>
                    <a:pt x="5137" y="19691"/>
                  </a:cubicBezTo>
                  <a:cubicBezTo>
                    <a:pt x="6981" y="21296"/>
                    <a:pt x="9361" y="21600"/>
                    <a:pt x="11670" y="21600"/>
                  </a:cubicBezTo>
                  <a:cubicBezTo>
                    <a:pt x="12081" y="21600"/>
                    <a:pt x="12492" y="21591"/>
                    <a:pt x="12902" y="21581"/>
                  </a:cubicBezTo>
                  <a:cubicBezTo>
                    <a:pt x="13871" y="21477"/>
                    <a:pt x="14925" y="21182"/>
                    <a:pt x="15817" y="20783"/>
                  </a:cubicBezTo>
                  <a:cubicBezTo>
                    <a:pt x="17917" y="19890"/>
                    <a:pt x="18971" y="17212"/>
                    <a:pt x="19614" y="13650"/>
                  </a:cubicBezTo>
                  <a:cubicBezTo>
                    <a:pt x="20102" y="10961"/>
                    <a:pt x="20583" y="7200"/>
                    <a:pt x="20188" y="5120"/>
                  </a:cubicBezTo>
                  <a:cubicBezTo>
                    <a:pt x="19862" y="3534"/>
                    <a:pt x="18893" y="1643"/>
                    <a:pt x="16537" y="760"/>
                  </a:cubicBezTo>
                  <a:cubicBezTo>
                    <a:pt x="14925" y="228"/>
                    <a:pt x="13305" y="0"/>
                    <a:pt x="11686" y="0"/>
                  </a:cubicBezTo>
                  <a:close/>
                </a:path>
              </a:pathLst>
            </a:custGeom>
            <a:solidFill>
              <a:srgbClr val="F4C3B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90" name="Google Shape;412;p31"/>
            <p:cNvSpPr/>
            <p:nvPr/>
          </p:nvSpPr>
          <p:spPr>
            <a:xfrm>
              <a:off x="579185" y="210019"/>
              <a:ext cx="97808" cy="386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19" h="21600" fill="norm" stroke="1" extrusionOk="0">
                  <a:moveTo>
                    <a:pt x="1891" y="0"/>
                  </a:moveTo>
                  <a:cubicBezTo>
                    <a:pt x="1891" y="0"/>
                    <a:pt x="472" y="0"/>
                    <a:pt x="22" y="12006"/>
                  </a:cubicBezTo>
                  <a:cubicBezTo>
                    <a:pt x="-181" y="21083"/>
                    <a:pt x="1080" y="21600"/>
                    <a:pt x="1373" y="21600"/>
                  </a:cubicBezTo>
                  <a:cubicBezTo>
                    <a:pt x="1396" y="21600"/>
                    <a:pt x="1418" y="21600"/>
                    <a:pt x="1418" y="21600"/>
                  </a:cubicBezTo>
                  <a:lnTo>
                    <a:pt x="21419" y="21600"/>
                  </a:lnTo>
                  <a:lnTo>
                    <a:pt x="21419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91" name="Google Shape;413;p31"/>
            <p:cNvSpPr/>
            <p:nvPr/>
          </p:nvSpPr>
          <p:spPr>
            <a:xfrm>
              <a:off x="673701" y="162708"/>
              <a:ext cx="355451" cy="3694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3594" y="0"/>
                  </a:moveTo>
                  <a:cubicBezTo>
                    <a:pt x="3594" y="0"/>
                    <a:pt x="0" y="0"/>
                    <a:pt x="0" y="3710"/>
                  </a:cubicBezTo>
                  <a:cubicBezTo>
                    <a:pt x="0" y="3710"/>
                    <a:pt x="1113" y="18275"/>
                    <a:pt x="4900" y="19026"/>
                  </a:cubicBezTo>
                  <a:lnTo>
                    <a:pt x="14619" y="21600"/>
                  </a:lnTo>
                  <a:cubicBezTo>
                    <a:pt x="19381" y="20536"/>
                    <a:pt x="21600" y="3710"/>
                    <a:pt x="21600" y="3710"/>
                  </a:cubicBezTo>
                  <a:cubicBezTo>
                    <a:pt x="21600" y="0"/>
                    <a:pt x="18013" y="0"/>
                    <a:pt x="18013" y="0"/>
                  </a:cubicBezTo>
                  <a:close/>
                </a:path>
              </a:pathLst>
            </a:custGeom>
            <a:solidFill>
              <a:srgbClr val="F4C3B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92" name="Google Shape;414;p31"/>
            <p:cNvSpPr/>
            <p:nvPr/>
          </p:nvSpPr>
          <p:spPr>
            <a:xfrm>
              <a:off x="697813" y="179884"/>
              <a:ext cx="308196" cy="1242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57" h="21600" fill="norm" stroke="1" extrusionOk="0">
                  <a:moveTo>
                    <a:pt x="3465" y="0"/>
                  </a:moveTo>
                  <a:cubicBezTo>
                    <a:pt x="3465" y="0"/>
                    <a:pt x="-31" y="0"/>
                    <a:pt x="45" y="7850"/>
                  </a:cubicBezTo>
                  <a:cubicBezTo>
                    <a:pt x="45" y="7850"/>
                    <a:pt x="-604" y="19240"/>
                    <a:pt x="3035" y="20921"/>
                  </a:cubicBezTo>
                  <a:cubicBezTo>
                    <a:pt x="3984" y="21368"/>
                    <a:pt x="4830" y="21600"/>
                    <a:pt x="5581" y="21600"/>
                  </a:cubicBezTo>
                  <a:cubicBezTo>
                    <a:pt x="7650" y="21600"/>
                    <a:pt x="8967" y="19794"/>
                    <a:pt x="9595" y="15681"/>
                  </a:cubicBezTo>
                  <a:cubicBezTo>
                    <a:pt x="10019" y="13071"/>
                    <a:pt x="10449" y="12320"/>
                    <a:pt x="10804" y="12141"/>
                  </a:cubicBezTo>
                  <a:lnTo>
                    <a:pt x="11514" y="12141"/>
                  </a:lnTo>
                  <a:cubicBezTo>
                    <a:pt x="11875" y="12320"/>
                    <a:pt x="12299" y="13071"/>
                    <a:pt x="12729" y="15681"/>
                  </a:cubicBezTo>
                  <a:cubicBezTo>
                    <a:pt x="13357" y="19794"/>
                    <a:pt x="13637" y="21600"/>
                    <a:pt x="15180" y="21600"/>
                  </a:cubicBezTo>
                  <a:cubicBezTo>
                    <a:pt x="15739" y="21600"/>
                    <a:pt x="16463" y="21368"/>
                    <a:pt x="17432" y="20921"/>
                  </a:cubicBezTo>
                  <a:cubicBezTo>
                    <a:pt x="20996" y="19240"/>
                    <a:pt x="20423" y="7850"/>
                    <a:pt x="20423" y="7850"/>
                  </a:cubicBezTo>
                  <a:cubicBezTo>
                    <a:pt x="20423" y="0"/>
                    <a:pt x="17002" y="0"/>
                    <a:pt x="17002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93" name="Google Shape;415;p31"/>
            <p:cNvSpPr/>
            <p:nvPr/>
          </p:nvSpPr>
          <p:spPr>
            <a:xfrm>
              <a:off x="538453" y="489565"/>
              <a:ext cx="491727" cy="1391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067" y="0"/>
                  </a:moveTo>
                  <a:cubicBezTo>
                    <a:pt x="20886" y="0"/>
                    <a:pt x="20724" y="192"/>
                    <a:pt x="20705" y="607"/>
                  </a:cubicBezTo>
                  <a:cubicBezTo>
                    <a:pt x="20091" y="9435"/>
                    <a:pt x="19291" y="11941"/>
                    <a:pt x="17403" y="15262"/>
                  </a:cubicBezTo>
                  <a:cubicBezTo>
                    <a:pt x="16106" y="17689"/>
                    <a:pt x="14615" y="18455"/>
                    <a:pt x="13143" y="18455"/>
                  </a:cubicBezTo>
                  <a:cubicBezTo>
                    <a:pt x="12686" y="18455"/>
                    <a:pt x="12234" y="18391"/>
                    <a:pt x="11792" y="18263"/>
                  </a:cubicBezTo>
                  <a:cubicBezTo>
                    <a:pt x="7595" y="17609"/>
                    <a:pt x="3822" y="12772"/>
                    <a:pt x="1084" y="1437"/>
                  </a:cubicBezTo>
                  <a:cubicBezTo>
                    <a:pt x="1017" y="1149"/>
                    <a:pt x="886" y="1038"/>
                    <a:pt x="745" y="1038"/>
                  </a:cubicBezTo>
                  <a:cubicBezTo>
                    <a:pt x="416" y="1038"/>
                    <a:pt x="0" y="1596"/>
                    <a:pt x="0" y="1596"/>
                  </a:cubicBezTo>
                  <a:cubicBezTo>
                    <a:pt x="3072" y="15262"/>
                    <a:pt x="8304" y="21600"/>
                    <a:pt x="13152" y="21600"/>
                  </a:cubicBezTo>
                  <a:cubicBezTo>
                    <a:pt x="13219" y="21600"/>
                    <a:pt x="13283" y="21600"/>
                    <a:pt x="13350" y="21600"/>
                  </a:cubicBezTo>
                  <a:cubicBezTo>
                    <a:pt x="16933" y="21600"/>
                    <a:pt x="21225" y="15438"/>
                    <a:pt x="21600" y="942"/>
                  </a:cubicBezTo>
                  <a:cubicBezTo>
                    <a:pt x="21600" y="351"/>
                    <a:pt x="21315" y="0"/>
                    <a:pt x="21067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94" name="Google Shape;416;p31"/>
            <p:cNvSpPr/>
            <p:nvPr/>
          </p:nvSpPr>
          <p:spPr>
            <a:xfrm>
              <a:off x="747478" y="216087"/>
              <a:ext cx="37181" cy="372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19" h="21600" fill="norm" stroke="1" extrusionOk="0">
                  <a:moveTo>
                    <a:pt x="2751" y="0"/>
                  </a:moveTo>
                  <a:cubicBezTo>
                    <a:pt x="580" y="0"/>
                    <a:pt x="-994" y="2685"/>
                    <a:pt x="743" y="4594"/>
                  </a:cubicBezTo>
                  <a:cubicBezTo>
                    <a:pt x="5844" y="10144"/>
                    <a:pt x="10403" y="15812"/>
                    <a:pt x="15450" y="20765"/>
                  </a:cubicBezTo>
                  <a:cubicBezTo>
                    <a:pt x="15993" y="21361"/>
                    <a:pt x="16590" y="21600"/>
                    <a:pt x="17133" y="21600"/>
                  </a:cubicBezTo>
                  <a:cubicBezTo>
                    <a:pt x="19032" y="21600"/>
                    <a:pt x="20606" y="18975"/>
                    <a:pt x="18869" y="17065"/>
                  </a:cubicBezTo>
                  <a:cubicBezTo>
                    <a:pt x="14365" y="11397"/>
                    <a:pt x="9263" y="6444"/>
                    <a:pt x="4759" y="835"/>
                  </a:cubicBezTo>
                  <a:cubicBezTo>
                    <a:pt x="4053" y="298"/>
                    <a:pt x="3402" y="0"/>
                    <a:pt x="2751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95" name="Google Shape;417;p31"/>
            <p:cNvSpPr/>
            <p:nvPr/>
          </p:nvSpPr>
          <p:spPr>
            <a:xfrm>
              <a:off x="719723" y="224727"/>
              <a:ext cx="64805" cy="639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43" h="21600" fill="norm" stroke="1" extrusionOk="0">
                  <a:moveTo>
                    <a:pt x="1728" y="0"/>
                  </a:moveTo>
                  <a:cubicBezTo>
                    <a:pt x="501" y="0"/>
                    <a:pt x="-629" y="1528"/>
                    <a:pt x="404" y="2639"/>
                  </a:cubicBezTo>
                  <a:lnTo>
                    <a:pt x="17581" y="21114"/>
                  </a:lnTo>
                  <a:cubicBezTo>
                    <a:pt x="17904" y="21461"/>
                    <a:pt x="18291" y="21600"/>
                    <a:pt x="18646" y="21600"/>
                  </a:cubicBezTo>
                  <a:cubicBezTo>
                    <a:pt x="19841" y="21600"/>
                    <a:pt x="20971" y="20072"/>
                    <a:pt x="19938" y="18961"/>
                  </a:cubicBezTo>
                  <a:lnTo>
                    <a:pt x="2761" y="486"/>
                  </a:lnTo>
                  <a:cubicBezTo>
                    <a:pt x="2438" y="139"/>
                    <a:pt x="2083" y="0"/>
                    <a:pt x="1728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96" name="Google Shape;418;p31"/>
            <p:cNvSpPr/>
            <p:nvPr/>
          </p:nvSpPr>
          <p:spPr>
            <a:xfrm>
              <a:off x="771251" y="198911"/>
              <a:ext cx="36033" cy="359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453" h="21600" fill="norm" stroke="1" extrusionOk="0">
                  <a:moveTo>
                    <a:pt x="2972" y="0"/>
                  </a:moveTo>
                  <a:cubicBezTo>
                    <a:pt x="862" y="0"/>
                    <a:pt x="-1081" y="2777"/>
                    <a:pt x="696" y="4752"/>
                  </a:cubicBezTo>
                  <a:cubicBezTo>
                    <a:pt x="5915" y="9874"/>
                    <a:pt x="10580" y="15058"/>
                    <a:pt x="15188" y="20798"/>
                  </a:cubicBezTo>
                  <a:cubicBezTo>
                    <a:pt x="15688" y="21353"/>
                    <a:pt x="16243" y="21600"/>
                    <a:pt x="16743" y="21600"/>
                  </a:cubicBezTo>
                  <a:cubicBezTo>
                    <a:pt x="18742" y="21600"/>
                    <a:pt x="20519" y="18391"/>
                    <a:pt x="18687" y="16354"/>
                  </a:cubicBezTo>
                  <a:lnTo>
                    <a:pt x="4749" y="864"/>
                  </a:lnTo>
                  <a:cubicBezTo>
                    <a:pt x="4194" y="247"/>
                    <a:pt x="3583" y="0"/>
                    <a:pt x="2972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97" name="Google Shape;419;p31"/>
            <p:cNvSpPr/>
            <p:nvPr/>
          </p:nvSpPr>
          <p:spPr>
            <a:xfrm>
              <a:off x="878492" y="201071"/>
              <a:ext cx="73690" cy="737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52" h="21600" fill="norm" stroke="1" extrusionOk="0">
                  <a:moveTo>
                    <a:pt x="1286" y="0"/>
                  </a:moveTo>
                  <a:cubicBezTo>
                    <a:pt x="311" y="0"/>
                    <a:pt x="-521" y="1356"/>
                    <a:pt x="397" y="2320"/>
                  </a:cubicBezTo>
                  <a:lnTo>
                    <a:pt x="18354" y="21178"/>
                  </a:lnTo>
                  <a:cubicBezTo>
                    <a:pt x="18641" y="21479"/>
                    <a:pt x="18956" y="21600"/>
                    <a:pt x="19243" y="21600"/>
                  </a:cubicBezTo>
                  <a:cubicBezTo>
                    <a:pt x="20218" y="21600"/>
                    <a:pt x="21079" y="20244"/>
                    <a:pt x="20161" y="19280"/>
                  </a:cubicBezTo>
                  <a:lnTo>
                    <a:pt x="2175" y="422"/>
                  </a:lnTo>
                  <a:cubicBezTo>
                    <a:pt x="1917" y="121"/>
                    <a:pt x="1602" y="0"/>
                    <a:pt x="1286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98" name="Google Shape;420;p31"/>
            <p:cNvSpPr/>
            <p:nvPr/>
          </p:nvSpPr>
          <p:spPr>
            <a:xfrm>
              <a:off x="923562" y="215059"/>
              <a:ext cx="28620" cy="285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080" h="21600" fill="norm" stroke="1" extrusionOk="0">
                  <a:moveTo>
                    <a:pt x="3129" y="0"/>
                  </a:moveTo>
                  <a:cubicBezTo>
                    <a:pt x="797" y="0"/>
                    <a:pt x="-1260" y="3419"/>
                    <a:pt x="934" y="5905"/>
                  </a:cubicBezTo>
                  <a:lnTo>
                    <a:pt x="13826" y="20512"/>
                  </a:lnTo>
                  <a:cubicBezTo>
                    <a:pt x="14511" y="21289"/>
                    <a:pt x="15266" y="21600"/>
                    <a:pt x="15951" y="21600"/>
                  </a:cubicBezTo>
                  <a:cubicBezTo>
                    <a:pt x="18283" y="21600"/>
                    <a:pt x="20340" y="18104"/>
                    <a:pt x="18146" y="15617"/>
                  </a:cubicBezTo>
                  <a:lnTo>
                    <a:pt x="5254" y="1010"/>
                  </a:lnTo>
                  <a:cubicBezTo>
                    <a:pt x="4569" y="311"/>
                    <a:pt x="3814" y="0"/>
                    <a:pt x="3129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99" name="Google Shape;421;p31"/>
            <p:cNvSpPr/>
            <p:nvPr/>
          </p:nvSpPr>
          <p:spPr>
            <a:xfrm>
              <a:off x="946167" y="206419"/>
              <a:ext cx="20901" cy="200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213" h="21600" fill="norm" stroke="1" extrusionOk="0">
                  <a:moveTo>
                    <a:pt x="4019" y="0"/>
                  </a:moveTo>
                  <a:cubicBezTo>
                    <a:pt x="972" y="0"/>
                    <a:pt x="-1627" y="4874"/>
                    <a:pt x="1241" y="8418"/>
                  </a:cubicBezTo>
                  <a:cubicBezTo>
                    <a:pt x="5005" y="11963"/>
                    <a:pt x="7694" y="16615"/>
                    <a:pt x="10562" y="20049"/>
                  </a:cubicBezTo>
                  <a:cubicBezTo>
                    <a:pt x="11458" y="21157"/>
                    <a:pt x="12444" y="21600"/>
                    <a:pt x="13430" y="21600"/>
                  </a:cubicBezTo>
                  <a:cubicBezTo>
                    <a:pt x="16746" y="21600"/>
                    <a:pt x="19973" y="16615"/>
                    <a:pt x="17105" y="13071"/>
                  </a:cubicBezTo>
                  <a:cubicBezTo>
                    <a:pt x="13341" y="8418"/>
                    <a:pt x="10562" y="5095"/>
                    <a:pt x="6798" y="1551"/>
                  </a:cubicBezTo>
                  <a:cubicBezTo>
                    <a:pt x="5991" y="443"/>
                    <a:pt x="5005" y="0"/>
                    <a:pt x="4019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00" name="Google Shape;422;p31"/>
            <p:cNvSpPr/>
            <p:nvPr/>
          </p:nvSpPr>
          <p:spPr>
            <a:xfrm>
              <a:off x="360" y="526592"/>
              <a:ext cx="500111" cy="12971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74" h="21600" fill="norm" stroke="1" extrusionOk="0">
                  <a:moveTo>
                    <a:pt x="17292" y="0"/>
                  </a:moveTo>
                  <a:cubicBezTo>
                    <a:pt x="14089" y="0"/>
                    <a:pt x="12498" y="1125"/>
                    <a:pt x="10696" y="2184"/>
                  </a:cubicBezTo>
                  <a:cubicBezTo>
                    <a:pt x="7116" y="4311"/>
                    <a:pt x="3718" y="8049"/>
                    <a:pt x="2348" y="10533"/>
                  </a:cubicBezTo>
                  <a:cubicBezTo>
                    <a:pt x="97" y="14575"/>
                    <a:pt x="-390" y="19420"/>
                    <a:pt x="274" y="21030"/>
                  </a:cubicBezTo>
                  <a:cubicBezTo>
                    <a:pt x="465" y="21466"/>
                    <a:pt x="1459" y="21600"/>
                    <a:pt x="2690" y="21600"/>
                  </a:cubicBezTo>
                  <a:cubicBezTo>
                    <a:pt x="4027" y="21600"/>
                    <a:pt x="5639" y="21444"/>
                    <a:pt x="6811" y="21352"/>
                  </a:cubicBezTo>
                  <a:cubicBezTo>
                    <a:pt x="6765" y="17990"/>
                    <a:pt x="8445" y="14645"/>
                    <a:pt x="11758" y="11590"/>
                  </a:cubicBezTo>
                  <a:cubicBezTo>
                    <a:pt x="12862" y="10569"/>
                    <a:pt x="17499" y="7262"/>
                    <a:pt x="19573" y="4383"/>
                  </a:cubicBezTo>
                  <a:cubicBezTo>
                    <a:pt x="21210" y="2113"/>
                    <a:pt x="21032" y="57"/>
                    <a:pt x="17588" y="3"/>
                  </a:cubicBezTo>
                  <a:cubicBezTo>
                    <a:pt x="17487" y="2"/>
                    <a:pt x="17389" y="0"/>
                    <a:pt x="17292" y="0"/>
                  </a:cubicBezTo>
                  <a:close/>
                </a:path>
              </a:pathLst>
            </a:custGeom>
            <a:solidFill>
              <a:srgbClr val="BE1F8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01" name="Google Shape;423;p31"/>
            <p:cNvSpPr/>
            <p:nvPr/>
          </p:nvSpPr>
          <p:spPr>
            <a:xfrm>
              <a:off x="0" y="1723354"/>
              <a:ext cx="199650" cy="3132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12" h="21600" fill="norm" stroke="1" extrusionOk="0">
                  <a:moveTo>
                    <a:pt x="6812" y="0"/>
                  </a:moveTo>
                  <a:cubicBezTo>
                    <a:pt x="3246" y="0"/>
                    <a:pt x="154" y="461"/>
                    <a:pt x="57" y="1447"/>
                  </a:cubicBezTo>
                  <a:cubicBezTo>
                    <a:pt x="-395" y="5148"/>
                    <a:pt x="1964" y="14771"/>
                    <a:pt x="2309" y="16849"/>
                  </a:cubicBezTo>
                  <a:cubicBezTo>
                    <a:pt x="2643" y="18544"/>
                    <a:pt x="2191" y="19217"/>
                    <a:pt x="3656" y="20692"/>
                  </a:cubicBezTo>
                  <a:cubicBezTo>
                    <a:pt x="4388" y="21394"/>
                    <a:pt x="5422" y="21600"/>
                    <a:pt x="6607" y="21600"/>
                  </a:cubicBezTo>
                  <a:cubicBezTo>
                    <a:pt x="7793" y="21600"/>
                    <a:pt x="9107" y="21394"/>
                    <a:pt x="10410" y="21288"/>
                  </a:cubicBezTo>
                  <a:cubicBezTo>
                    <a:pt x="10777" y="21245"/>
                    <a:pt x="11143" y="21231"/>
                    <a:pt x="11509" y="21231"/>
                  </a:cubicBezTo>
                  <a:cubicBezTo>
                    <a:pt x="12630" y="21231"/>
                    <a:pt x="13696" y="21373"/>
                    <a:pt x="14569" y="21373"/>
                  </a:cubicBezTo>
                  <a:cubicBezTo>
                    <a:pt x="15581" y="21373"/>
                    <a:pt x="16325" y="21189"/>
                    <a:pt x="16583" y="20402"/>
                  </a:cubicBezTo>
                  <a:cubicBezTo>
                    <a:pt x="17262" y="18622"/>
                    <a:pt x="17036" y="17735"/>
                    <a:pt x="16583" y="15955"/>
                  </a:cubicBezTo>
                  <a:cubicBezTo>
                    <a:pt x="16734" y="15927"/>
                    <a:pt x="16885" y="15920"/>
                    <a:pt x="17036" y="15920"/>
                  </a:cubicBezTo>
                  <a:cubicBezTo>
                    <a:pt x="18856" y="15920"/>
                    <a:pt x="20300" y="17884"/>
                    <a:pt x="20300" y="17884"/>
                  </a:cubicBezTo>
                  <a:cubicBezTo>
                    <a:pt x="21205" y="16700"/>
                    <a:pt x="21205" y="13885"/>
                    <a:pt x="19632" y="12998"/>
                  </a:cubicBezTo>
                  <a:cubicBezTo>
                    <a:pt x="18953" y="12552"/>
                    <a:pt x="17715" y="11963"/>
                    <a:pt x="17036" y="11438"/>
                  </a:cubicBezTo>
                  <a:cubicBezTo>
                    <a:pt x="15237" y="10105"/>
                    <a:pt x="18609" y="3666"/>
                    <a:pt x="17488" y="2042"/>
                  </a:cubicBezTo>
                  <a:cubicBezTo>
                    <a:pt x="16486" y="723"/>
                    <a:pt x="11283" y="0"/>
                    <a:pt x="6812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02" name="Google Shape;424;p31"/>
            <p:cNvSpPr/>
            <p:nvPr/>
          </p:nvSpPr>
          <p:spPr>
            <a:xfrm>
              <a:off x="398402" y="518466"/>
              <a:ext cx="113528" cy="4751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30" h="21600" fill="norm" stroke="1" extrusionOk="0">
                  <a:moveTo>
                    <a:pt x="7380" y="0"/>
                  </a:moveTo>
                  <a:cubicBezTo>
                    <a:pt x="5140" y="0"/>
                    <a:pt x="2253" y="243"/>
                    <a:pt x="3567" y="425"/>
                  </a:cubicBezTo>
                  <a:cubicBezTo>
                    <a:pt x="18448" y="2525"/>
                    <a:pt x="18448" y="7209"/>
                    <a:pt x="14191" y="10870"/>
                  </a:cubicBezTo>
                  <a:cubicBezTo>
                    <a:pt x="10323" y="14386"/>
                    <a:pt x="5492" y="18047"/>
                    <a:pt x="87" y="21464"/>
                  </a:cubicBezTo>
                  <a:cubicBezTo>
                    <a:pt x="-61" y="21558"/>
                    <a:pt x="-5" y="21600"/>
                    <a:pt x="143" y="21600"/>
                  </a:cubicBezTo>
                  <a:cubicBezTo>
                    <a:pt x="383" y="21600"/>
                    <a:pt x="883" y="21492"/>
                    <a:pt x="1235" y="21315"/>
                  </a:cubicBezTo>
                  <a:cubicBezTo>
                    <a:pt x="8583" y="17070"/>
                    <a:pt x="17856" y="12581"/>
                    <a:pt x="20169" y="7892"/>
                  </a:cubicBezTo>
                  <a:cubicBezTo>
                    <a:pt x="21539" y="4867"/>
                    <a:pt x="17467" y="1403"/>
                    <a:pt x="9175" y="84"/>
                  </a:cubicBezTo>
                  <a:cubicBezTo>
                    <a:pt x="8749" y="23"/>
                    <a:pt x="8101" y="0"/>
                    <a:pt x="7380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</p:grpSp>
      <p:sp>
        <p:nvSpPr>
          <p:cNvPr id="504" name="Google Shape;425;p31"/>
          <p:cNvSpPr txBox="1"/>
          <p:nvPr>
            <p:ph type="title"/>
          </p:nvPr>
        </p:nvSpPr>
        <p:spPr>
          <a:xfrm>
            <a:off x="4337949" y="1862525"/>
            <a:ext cx="4349701" cy="841801"/>
          </a:xfrm>
          <a:prstGeom prst="rect">
            <a:avLst/>
          </a:prstGeom>
        </p:spPr>
        <p:txBody>
          <a:bodyPr/>
          <a:lstStyle>
            <a:lvl1pPr defTabSz="640079">
              <a:defRPr sz="4200"/>
            </a:lvl1pPr>
          </a:lstStyle>
          <a:p>
            <a:pPr/>
            <a:r>
              <a:t>OUTPUTS</a:t>
            </a:r>
          </a:p>
        </p:txBody>
      </p:sp>
      <p:grpSp>
        <p:nvGrpSpPr>
          <p:cNvPr id="546" name="Google Shape;426;p31"/>
          <p:cNvGrpSpPr/>
          <p:nvPr/>
        </p:nvGrpSpPr>
        <p:grpSpPr>
          <a:xfrm>
            <a:off x="1721775" y="910571"/>
            <a:ext cx="1524637" cy="3692831"/>
            <a:chOff x="0" y="0"/>
            <a:chExt cx="1524636" cy="3692829"/>
          </a:xfrm>
        </p:grpSpPr>
        <p:sp>
          <p:nvSpPr>
            <p:cNvPr id="505" name="Google Shape;427;p31"/>
            <p:cNvSpPr/>
            <p:nvPr/>
          </p:nvSpPr>
          <p:spPr>
            <a:xfrm>
              <a:off x="1024456" y="508284"/>
              <a:ext cx="499903" cy="12973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61" h="21600" fill="norm" stroke="1" extrusionOk="0">
                  <a:moveTo>
                    <a:pt x="3268" y="0"/>
                  </a:moveTo>
                  <a:cubicBezTo>
                    <a:pt x="3171" y="0"/>
                    <a:pt x="3074" y="2"/>
                    <a:pt x="2972" y="3"/>
                  </a:cubicBezTo>
                  <a:cubicBezTo>
                    <a:pt x="-425" y="58"/>
                    <a:pt x="-649" y="2113"/>
                    <a:pt x="988" y="4384"/>
                  </a:cubicBezTo>
                  <a:cubicBezTo>
                    <a:pt x="3061" y="7261"/>
                    <a:pt x="7702" y="10569"/>
                    <a:pt x="8802" y="11588"/>
                  </a:cubicBezTo>
                  <a:cubicBezTo>
                    <a:pt x="12118" y="14644"/>
                    <a:pt x="13798" y="18006"/>
                    <a:pt x="13751" y="21348"/>
                  </a:cubicBezTo>
                  <a:cubicBezTo>
                    <a:pt x="14931" y="21441"/>
                    <a:pt x="16564" y="21600"/>
                    <a:pt x="17905" y="21600"/>
                  </a:cubicBezTo>
                  <a:cubicBezTo>
                    <a:pt x="19119" y="21600"/>
                    <a:pt x="20096" y="21470"/>
                    <a:pt x="20287" y="21045"/>
                  </a:cubicBezTo>
                  <a:cubicBezTo>
                    <a:pt x="20951" y="19417"/>
                    <a:pt x="20460" y="14591"/>
                    <a:pt x="18252" y="10533"/>
                  </a:cubicBezTo>
                  <a:cubicBezTo>
                    <a:pt x="16886" y="8048"/>
                    <a:pt x="13442" y="4312"/>
                    <a:pt x="9863" y="2185"/>
                  </a:cubicBezTo>
                  <a:cubicBezTo>
                    <a:pt x="8061" y="1127"/>
                    <a:pt x="6471" y="0"/>
                    <a:pt x="3268" y="0"/>
                  </a:cubicBezTo>
                  <a:close/>
                </a:path>
              </a:pathLst>
            </a:custGeom>
            <a:solidFill>
              <a:srgbClr val="BE1F8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06" name="Google Shape;428;p31"/>
            <p:cNvSpPr/>
            <p:nvPr/>
          </p:nvSpPr>
          <p:spPr>
            <a:xfrm>
              <a:off x="1325048" y="1705150"/>
              <a:ext cx="199589" cy="3140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16" h="21600" fill="norm" stroke="1" extrusionOk="0">
                  <a:moveTo>
                    <a:pt x="14184" y="0"/>
                  </a:moveTo>
                  <a:cubicBezTo>
                    <a:pt x="9711" y="0"/>
                    <a:pt x="4473" y="743"/>
                    <a:pt x="3535" y="2108"/>
                  </a:cubicBezTo>
                  <a:cubicBezTo>
                    <a:pt x="2296" y="3651"/>
                    <a:pt x="5669" y="10082"/>
                    <a:pt x="3869" y="11412"/>
                  </a:cubicBezTo>
                  <a:cubicBezTo>
                    <a:pt x="3201" y="11928"/>
                    <a:pt x="1962" y="12516"/>
                    <a:pt x="1283" y="12961"/>
                  </a:cubicBezTo>
                  <a:cubicBezTo>
                    <a:pt x="-291" y="13846"/>
                    <a:pt x="-291" y="16655"/>
                    <a:pt x="604" y="17914"/>
                  </a:cubicBezTo>
                  <a:cubicBezTo>
                    <a:pt x="604" y="17914"/>
                    <a:pt x="2156" y="15876"/>
                    <a:pt x="3999" y="15876"/>
                  </a:cubicBezTo>
                  <a:cubicBezTo>
                    <a:pt x="4139" y="15876"/>
                    <a:pt x="4290" y="15890"/>
                    <a:pt x="4430" y="15912"/>
                  </a:cubicBezTo>
                  <a:cubicBezTo>
                    <a:pt x="3869" y="17688"/>
                    <a:pt x="3762" y="18572"/>
                    <a:pt x="4322" y="20348"/>
                  </a:cubicBezTo>
                  <a:cubicBezTo>
                    <a:pt x="4635" y="21154"/>
                    <a:pt x="5378" y="21345"/>
                    <a:pt x="6370" y="21345"/>
                  </a:cubicBezTo>
                  <a:cubicBezTo>
                    <a:pt x="7275" y="21345"/>
                    <a:pt x="8375" y="21183"/>
                    <a:pt x="9517" y="21183"/>
                  </a:cubicBezTo>
                  <a:cubicBezTo>
                    <a:pt x="9841" y="21183"/>
                    <a:pt x="10175" y="21197"/>
                    <a:pt x="10509" y="21232"/>
                  </a:cubicBezTo>
                  <a:cubicBezTo>
                    <a:pt x="11802" y="21381"/>
                    <a:pt x="13128" y="21600"/>
                    <a:pt x="14314" y="21600"/>
                  </a:cubicBezTo>
                  <a:cubicBezTo>
                    <a:pt x="15489" y="21600"/>
                    <a:pt x="16534" y="21381"/>
                    <a:pt x="17256" y="20645"/>
                  </a:cubicBezTo>
                  <a:cubicBezTo>
                    <a:pt x="18722" y="19166"/>
                    <a:pt x="18280" y="18501"/>
                    <a:pt x="18614" y="16803"/>
                  </a:cubicBezTo>
                  <a:cubicBezTo>
                    <a:pt x="19056" y="14808"/>
                    <a:pt x="21309" y="5129"/>
                    <a:pt x="20856" y="1436"/>
                  </a:cubicBezTo>
                  <a:cubicBezTo>
                    <a:pt x="20759" y="460"/>
                    <a:pt x="17709" y="0"/>
                    <a:pt x="14184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07" name="Google Shape;429;p31"/>
            <p:cNvSpPr/>
            <p:nvPr/>
          </p:nvSpPr>
          <p:spPr>
            <a:xfrm>
              <a:off x="1013384" y="500159"/>
              <a:ext cx="112924" cy="4752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22" h="21600" fill="norm" stroke="1" extrusionOk="0">
                  <a:moveTo>
                    <a:pt x="12925" y="0"/>
                  </a:moveTo>
                  <a:cubicBezTo>
                    <a:pt x="12222" y="0"/>
                    <a:pt x="11555" y="28"/>
                    <a:pt x="11148" y="84"/>
                  </a:cubicBezTo>
                  <a:cubicBezTo>
                    <a:pt x="2837" y="1407"/>
                    <a:pt x="-1216" y="4866"/>
                    <a:pt x="320" y="7895"/>
                  </a:cubicBezTo>
                  <a:cubicBezTo>
                    <a:pt x="2449" y="12579"/>
                    <a:pt x="11722" y="17117"/>
                    <a:pt x="19255" y="21362"/>
                  </a:cubicBezTo>
                  <a:cubicBezTo>
                    <a:pt x="19496" y="21507"/>
                    <a:pt x="19921" y="21600"/>
                    <a:pt x="20162" y="21600"/>
                  </a:cubicBezTo>
                  <a:cubicBezTo>
                    <a:pt x="20328" y="21600"/>
                    <a:pt x="20384" y="21558"/>
                    <a:pt x="20236" y="21460"/>
                  </a:cubicBezTo>
                  <a:cubicBezTo>
                    <a:pt x="14813" y="18094"/>
                    <a:pt x="10186" y="14383"/>
                    <a:pt x="6114" y="10872"/>
                  </a:cubicBezTo>
                  <a:cubicBezTo>
                    <a:pt x="2060" y="7208"/>
                    <a:pt x="2060" y="2524"/>
                    <a:pt x="16756" y="430"/>
                  </a:cubicBezTo>
                  <a:cubicBezTo>
                    <a:pt x="18070" y="243"/>
                    <a:pt x="15164" y="0"/>
                    <a:pt x="12925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08" name="Google Shape;430;p31"/>
            <p:cNvSpPr/>
            <p:nvPr/>
          </p:nvSpPr>
          <p:spPr>
            <a:xfrm>
              <a:off x="480455" y="1652388"/>
              <a:ext cx="716396" cy="17539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9" h="21600" fill="norm" stroke="1" extrusionOk="0">
                  <a:moveTo>
                    <a:pt x="3480" y="0"/>
                  </a:moveTo>
                  <a:cubicBezTo>
                    <a:pt x="1897" y="0"/>
                    <a:pt x="625" y="51"/>
                    <a:pt x="474" y="219"/>
                  </a:cubicBezTo>
                  <a:cubicBezTo>
                    <a:pt x="-441" y="1265"/>
                    <a:pt x="224" y="3697"/>
                    <a:pt x="378" y="4239"/>
                  </a:cubicBezTo>
                  <a:cubicBezTo>
                    <a:pt x="1106" y="6937"/>
                    <a:pt x="1263" y="9067"/>
                    <a:pt x="1420" y="10706"/>
                  </a:cubicBezTo>
                  <a:cubicBezTo>
                    <a:pt x="1673" y="13125"/>
                    <a:pt x="1800" y="17424"/>
                    <a:pt x="2903" y="21297"/>
                  </a:cubicBezTo>
                  <a:cubicBezTo>
                    <a:pt x="2954" y="21473"/>
                    <a:pt x="5138" y="21513"/>
                    <a:pt x="6594" y="21513"/>
                  </a:cubicBezTo>
                  <a:cubicBezTo>
                    <a:pt x="6881" y="21513"/>
                    <a:pt x="7141" y="21511"/>
                    <a:pt x="7349" y="21509"/>
                  </a:cubicBezTo>
                  <a:cubicBezTo>
                    <a:pt x="10219" y="14012"/>
                    <a:pt x="10469" y="10930"/>
                    <a:pt x="11415" y="4385"/>
                  </a:cubicBezTo>
                  <a:cubicBezTo>
                    <a:pt x="12236" y="9476"/>
                    <a:pt x="12173" y="14699"/>
                    <a:pt x="13876" y="21416"/>
                  </a:cubicBezTo>
                  <a:cubicBezTo>
                    <a:pt x="13910" y="21548"/>
                    <a:pt x="14263" y="21600"/>
                    <a:pt x="14764" y="21600"/>
                  </a:cubicBezTo>
                  <a:cubicBezTo>
                    <a:pt x="16142" y="21600"/>
                    <a:pt x="18622" y="21209"/>
                    <a:pt x="18667" y="20967"/>
                  </a:cubicBezTo>
                  <a:cubicBezTo>
                    <a:pt x="19108" y="18297"/>
                    <a:pt x="20090" y="15096"/>
                    <a:pt x="20244" y="14012"/>
                  </a:cubicBezTo>
                  <a:cubicBezTo>
                    <a:pt x="20812" y="10348"/>
                    <a:pt x="21159" y="4636"/>
                    <a:pt x="21002" y="101"/>
                  </a:cubicBezTo>
                  <a:cubicBezTo>
                    <a:pt x="17501" y="101"/>
                    <a:pt x="13466" y="114"/>
                    <a:pt x="9965" y="114"/>
                  </a:cubicBezTo>
                  <a:cubicBezTo>
                    <a:pt x="8926" y="114"/>
                    <a:pt x="5854" y="0"/>
                    <a:pt x="3480" y="0"/>
                  </a:cubicBezTo>
                  <a:close/>
                </a:path>
              </a:pathLst>
            </a:custGeom>
            <a:solidFill>
              <a:srgbClr val="BE1F8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09" name="Google Shape;431;p31"/>
            <p:cNvSpPr/>
            <p:nvPr/>
          </p:nvSpPr>
          <p:spPr>
            <a:xfrm>
              <a:off x="539585" y="3153380"/>
              <a:ext cx="395404" cy="5394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1" h="21600" fill="norm" stroke="1" extrusionOk="0">
                  <a:moveTo>
                    <a:pt x="2591" y="0"/>
                  </a:moveTo>
                  <a:cubicBezTo>
                    <a:pt x="1659" y="0"/>
                    <a:pt x="782" y="8"/>
                    <a:pt x="0" y="29"/>
                  </a:cubicBezTo>
                  <a:cubicBezTo>
                    <a:pt x="172" y="4415"/>
                    <a:pt x="1043" y="10390"/>
                    <a:pt x="982" y="14476"/>
                  </a:cubicBezTo>
                  <a:cubicBezTo>
                    <a:pt x="982" y="14731"/>
                    <a:pt x="289" y="17873"/>
                    <a:pt x="399" y="18128"/>
                  </a:cubicBezTo>
                  <a:cubicBezTo>
                    <a:pt x="799" y="18655"/>
                    <a:pt x="10825" y="21600"/>
                    <a:pt x="16928" y="21600"/>
                  </a:cubicBezTo>
                  <a:cubicBezTo>
                    <a:pt x="18831" y="21600"/>
                    <a:pt x="20352" y="21316"/>
                    <a:pt x="21084" y="20579"/>
                  </a:cubicBezTo>
                  <a:cubicBezTo>
                    <a:pt x="21600" y="20064"/>
                    <a:pt x="21545" y="17614"/>
                    <a:pt x="18532" y="16498"/>
                  </a:cubicBezTo>
                  <a:cubicBezTo>
                    <a:pt x="16679" y="15810"/>
                    <a:pt x="14825" y="15204"/>
                    <a:pt x="12972" y="14558"/>
                  </a:cubicBezTo>
                  <a:cubicBezTo>
                    <a:pt x="12567" y="14430"/>
                    <a:pt x="12101" y="14261"/>
                    <a:pt x="11868" y="14002"/>
                  </a:cubicBezTo>
                  <a:cubicBezTo>
                    <a:pt x="11702" y="13742"/>
                    <a:pt x="11702" y="13442"/>
                    <a:pt x="11702" y="13141"/>
                  </a:cubicBezTo>
                  <a:cubicBezTo>
                    <a:pt x="11702" y="10518"/>
                    <a:pt x="12856" y="2866"/>
                    <a:pt x="12856" y="243"/>
                  </a:cubicBezTo>
                  <a:cubicBezTo>
                    <a:pt x="9998" y="111"/>
                    <a:pt x="5942" y="0"/>
                    <a:pt x="2591" y="0"/>
                  </a:cubicBez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10" name="Google Shape;432;p31"/>
            <p:cNvSpPr/>
            <p:nvPr/>
          </p:nvSpPr>
          <p:spPr>
            <a:xfrm>
              <a:off x="920644" y="3145667"/>
              <a:ext cx="411274" cy="4735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44" h="21600" fill="norm" stroke="1" extrusionOk="0">
                  <a:moveTo>
                    <a:pt x="2378" y="0"/>
                  </a:moveTo>
                  <a:cubicBezTo>
                    <a:pt x="1550" y="0"/>
                    <a:pt x="749" y="9"/>
                    <a:pt x="0" y="42"/>
                  </a:cubicBezTo>
                  <a:cubicBezTo>
                    <a:pt x="220" y="3861"/>
                    <a:pt x="1095" y="14051"/>
                    <a:pt x="1095" y="15177"/>
                  </a:cubicBezTo>
                  <a:cubicBezTo>
                    <a:pt x="1095" y="15567"/>
                    <a:pt x="498" y="19681"/>
                    <a:pt x="660" y="20024"/>
                  </a:cubicBezTo>
                  <a:cubicBezTo>
                    <a:pt x="1042" y="20662"/>
                    <a:pt x="2137" y="20953"/>
                    <a:pt x="2954" y="21051"/>
                  </a:cubicBezTo>
                  <a:cubicBezTo>
                    <a:pt x="6081" y="21389"/>
                    <a:pt x="10114" y="21600"/>
                    <a:pt x="13560" y="21600"/>
                  </a:cubicBezTo>
                  <a:cubicBezTo>
                    <a:pt x="17106" y="21600"/>
                    <a:pt x="20034" y="21379"/>
                    <a:pt x="20725" y="20859"/>
                  </a:cubicBezTo>
                  <a:cubicBezTo>
                    <a:pt x="21600" y="19146"/>
                    <a:pt x="19688" y="16988"/>
                    <a:pt x="17881" y="16252"/>
                  </a:cubicBezTo>
                  <a:cubicBezTo>
                    <a:pt x="16027" y="15468"/>
                    <a:pt x="10994" y="15177"/>
                    <a:pt x="10664" y="14736"/>
                  </a:cubicBezTo>
                  <a:cubicBezTo>
                    <a:pt x="10501" y="14488"/>
                    <a:pt x="11811" y="42"/>
                    <a:pt x="11596" y="42"/>
                  </a:cubicBezTo>
                  <a:cubicBezTo>
                    <a:pt x="10873" y="75"/>
                    <a:pt x="10103" y="84"/>
                    <a:pt x="9297" y="84"/>
                  </a:cubicBezTo>
                  <a:cubicBezTo>
                    <a:pt x="7076" y="84"/>
                    <a:pt x="4620" y="0"/>
                    <a:pt x="2378" y="0"/>
                  </a:cubicBez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11" name="Google Shape;433;p31"/>
            <p:cNvSpPr/>
            <p:nvPr/>
          </p:nvSpPr>
          <p:spPr>
            <a:xfrm>
              <a:off x="385972" y="486480"/>
              <a:ext cx="809591" cy="12067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57" h="21600" fill="norm" stroke="1" extrusionOk="0">
                  <a:moveTo>
                    <a:pt x="8098" y="0"/>
                  </a:moveTo>
                  <a:cubicBezTo>
                    <a:pt x="7814" y="0"/>
                    <a:pt x="7527" y="2"/>
                    <a:pt x="7235" y="9"/>
                  </a:cubicBezTo>
                  <a:cubicBezTo>
                    <a:pt x="5184" y="68"/>
                    <a:pt x="3402" y="239"/>
                    <a:pt x="1054" y="722"/>
                  </a:cubicBezTo>
                  <a:cubicBezTo>
                    <a:pt x="161" y="893"/>
                    <a:pt x="539" y="2259"/>
                    <a:pt x="353" y="2912"/>
                  </a:cubicBezTo>
                  <a:cubicBezTo>
                    <a:pt x="-1243" y="8640"/>
                    <a:pt x="3104" y="15385"/>
                    <a:pt x="2781" y="21188"/>
                  </a:cubicBezTo>
                  <a:cubicBezTo>
                    <a:pt x="2766" y="21410"/>
                    <a:pt x="6316" y="21600"/>
                    <a:pt x="10372" y="21600"/>
                  </a:cubicBezTo>
                  <a:cubicBezTo>
                    <a:pt x="14041" y="21600"/>
                    <a:pt x="18125" y="21445"/>
                    <a:pt x="20357" y="21016"/>
                  </a:cubicBezTo>
                  <a:cubicBezTo>
                    <a:pt x="20114" y="14943"/>
                    <a:pt x="20008" y="12445"/>
                    <a:pt x="20194" y="7467"/>
                  </a:cubicBezTo>
                  <a:cubicBezTo>
                    <a:pt x="20277" y="5602"/>
                    <a:pt x="18629" y="624"/>
                    <a:pt x="18332" y="492"/>
                  </a:cubicBezTo>
                  <a:cubicBezTo>
                    <a:pt x="18073" y="361"/>
                    <a:pt x="16356" y="105"/>
                    <a:pt x="15942" y="105"/>
                  </a:cubicBezTo>
                  <a:cubicBezTo>
                    <a:pt x="15927" y="105"/>
                    <a:pt x="15914" y="105"/>
                    <a:pt x="15904" y="107"/>
                  </a:cubicBezTo>
                  <a:cubicBezTo>
                    <a:pt x="15327" y="158"/>
                    <a:pt x="14735" y="179"/>
                    <a:pt x="14124" y="179"/>
                  </a:cubicBezTo>
                  <a:cubicBezTo>
                    <a:pt x="12285" y="179"/>
                    <a:pt x="10286" y="0"/>
                    <a:pt x="8098" y="0"/>
                  </a:cubicBezTo>
                  <a:close/>
                </a:path>
              </a:pathLst>
            </a:custGeom>
            <a:solidFill>
              <a:srgbClr val="A3137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12" name="Google Shape;434;p31"/>
            <p:cNvSpPr/>
            <p:nvPr/>
          </p:nvSpPr>
          <p:spPr>
            <a:xfrm>
              <a:off x="848752" y="611546"/>
              <a:ext cx="50073" cy="13973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7976" h="21600" fill="norm" stroke="1" extrusionOk="0">
                  <a:moveTo>
                    <a:pt x="2548" y="0"/>
                  </a:moveTo>
                  <a:cubicBezTo>
                    <a:pt x="1255" y="0"/>
                    <a:pt x="0" y="33"/>
                    <a:pt x="0" y="100"/>
                  </a:cubicBezTo>
                  <a:cubicBezTo>
                    <a:pt x="10818" y="7237"/>
                    <a:pt x="13108" y="13827"/>
                    <a:pt x="4652" y="20980"/>
                  </a:cubicBezTo>
                  <a:cubicBezTo>
                    <a:pt x="4246" y="21079"/>
                    <a:pt x="5760" y="21511"/>
                    <a:pt x="7311" y="21594"/>
                  </a:cubicBezTo>
                  <a:cubicBezTo>
                    <a:pt x="7385" y="21597"/>
                    <a:pt x="7495" y="21600"/>
                    <a:pt x="7569" y="21600"/>
                  </a:cubicBezTo>
                  <a:cubicBezTo>
                    <a:pt x="9083" y="21600"/>
                    <a:pt x="11188" y="21056"/>
                    <a:pt x="11594" y="20947"/>
                  </a:cubicBezTo>
                  <a:cubicBezTo>
                    <a:pt x="20418" y="13843"/>
                    <a:pt x="21600" y="7204"/>
                    <a:pt x="5391" y="100"/>
                  </a:cubicBezTo>
                  <a:cubicBezTo>
                    <a:pt x="5206" y="33"/>
                    <a:pt x="3877" y="0"/>
                    <a:pt x="2548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13" name="Google Shape;435;p31"/>
            <p:cNvSpPr/>
            <p:nvPr/>
          </p:nvSpPr>
          <p:spPr>
            <a:xfrm>
              <a:off x="491035" y="1650845"/>
              <a:ext cx="709761" cy="573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2" h="21600" fill="norm" stroke="1" extrusionOk="0">
                  <a:moveTo>
                    <a:pt x="21369" y="0"/>
                  </a:moveTo>
                  <a:cubicBezTo>
                    <a:pt x="21363" y="0"/>
                    <a:pt x="21357" y="0"/>
                    <a:pt x="21354" y="39"/>
                  </a:cubicBezTo>
                  <a:cubicBezTo>
                    <a:pt x="17974" y="6929"/>
                    <a:pt x="13632" y="12310"/>
                    <a:pt x="9209" y="12310"/>
                  </a:cubicBezTo>
                  <a:cubicBezTo>
                    <a:pt x="6135" y="12310"/>
                    <a:pt x="3024" y="9716"/>
                    <a:pt x="168" y="3252"/>
                  </a:cubicBezTo>
                  <a:cubicBezTo>
                    <a:pt x="69" y="3252"/>
                    <a:pt x="37" y="4877"/>
                    <a:pt x="6" y="6503"/>
                  </a:cubicBezTo>
                  <a:cubicBezTo>
                    <a:pt x="-25" y="9329"/>
                    <a:pt x="69" y="10142"/>
                    <a:pt x="69" y="10142"/>
                  </a:cubicBezTo>
                  <a:cubicBezTo>
                    <a:pt x="4059" y="18465"/>
                    <a:pt x="7151" y="21600"/>
                    <a:pt x="9860" y="21600"/>
                  </a:cubicBezTo>
                  <a:cubicBezTo>
                    <a:pt x="13981" y="21600"/>
                    <a:pt x="17211" y="14361"/>
                    <a:pt x="21354" y="7277"/>
                  </a:cubicBezTo>
                  <a:cubicBezTo>
                    <a:pt x="21575" y="6929"/>
                    <a:pt x="21550" y="0"/>
                    <a:pt x="21369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14" name="Google Shape;436;p31"/>
            <p:cNvSpPr/>
            <p:nvPr/>
          </p:nvSpPr>
          <p:spPr>
            <a:xfrm>
              <a:off x="1105061" y="507050"/>
              <a:ext cx="85791" cy="4588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69" h="21600" fill="norm" stroke="1" extrusionOk="0">
                  <a:moveTo>
                    <a:pt x="376" y="0"/>
                  </a:moveTo>
                  <a:cubicBezTo>
                    <a:pt x="45" y="0"/>
                    <a:pt x="-96" y="34"/>
                    <a:pt x="69" y="121"/>
                  </a:cubicBezTo>
                  <a:cubicBezTo>
                    <a:pt x="13628" y="6895"/>
                    <a:pt x="17071" y="14172"/>
                    <a:pt x="19028" y="21397"/>
                  </a:cubicBezTo>
                  <a:cubicBezTo>
                    <a:pt x="19028" y="21542"/>
                    <a:pt x="19052" y="21600"/>
                    <a:pt x="19075" y="21600"/>
                  </a:cubicBezTo>
                  <a:cubicBezTo>
                    <a:pt x="19146" y="21600"/>
                    <a:pt x="19264" y="21106"/>
                    <a:pt x="19264" y="20690"/>
                  </a:cubicBezTo>
                  <a:cubicBezTo>
                    <a:pt x="21504" y="13616"/>
                    <a:pt x="14100" y="4566"/>
                    <a:pt x="5964" y="775"/>
                  </a:cubicBezTo>
                  <a:cubicBezTo>
                    <a:pt x="5398" y="499"/>
                    <a:pt x="1602" y="0"/>
                    <a:pt x="376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15" name="Google Shape;437;p31"/>
            <p:cNvSpPr/>
            <p:nvPr/>
          </p:nvSpPr>
          <p:spPr>
            <a:xfrm>
              <a:off x="523020" y="1333758"/>
              <a:ext cx="196651" cy="373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06" h="21600" fill="norm" stroke="1" extrusionOk="0">
                  <a:moveTo>
                    <a:pt x="11262" y="0"/>
                  </a:moveTo>
                  <a:cubicBezTo>
                    <a:pt x="7894" y="0"/>
                    <a:pt x="4473" y="1726"/>
                    <a:pt x="1384" y="2737"/>
                  </a:cubicBezTo>
                  <a:cubicBezTo>
                    <a:pt x="-364" y="3927"/>
                    <a:pt x="-514" y="18268"/>
                    <a:pt x="1266" y="18268"/>
                  </a:cubicBezTo>
                  <a:cubicBezTo>
                    <a:pt x="1309" y="18268"/>
                    <a:pt x="1341" y="18268"/>
                    <a:pt x="1384" y="18268"/>
                  </a:cubicBezTo>
                  <a:cubicBezTo>
                    <a:pt x="1652" y="18208"/>
                    <a:pt x="1921" y="18208"/>
                    <a:pt x="2199" y="18208"/>
                  </a:cubicBezTo>
                  <a:cubicBezTo>
                    <a:pt x="6586" y="18208"/>
                    <a:pt x="11155" y="21600"/>
                    <a:pt x="15606" y="21600"/>
                  </a:cubicBezTo>
                  <a:cubicBezTo>
                    <a:pt x="16807" y="21600"/>
                    <a:pt x="18008" y="21362"/>
                    <a:pt x="19188" y="20707"/>
                  </a:cubicBezTo>
                  <a:cubicBezTo>
                    <a:pt x="20646" y="19517"/>
                    <a:pt x="21086" y="8331"/>
                    <a:pt x="19520" y="5236"/>
                  </a:cubicBezTo>
                  <a:cubicBezTo>
                    <a:pt x="16957" y="1250"/>
                    <a:pt x="14126" y="0"/>
                    <a:pt x="11262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16" name="Google Shape;438;p31"/>
            <p:cNvSpPr/>
            <p:nvPr/>
          </p:nvSpPr>
          <p:spPr>
            <a:xfrm>
              <a:off x="529245" y="1415318"/>
              <a:ext cx="149957" cy="374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30" h="21600" fill="norm" stroke="1" extrusionOk="0">
                  <a:moveTo>
                    <a:pt x="10413" y="0"/>
                  </a:moveTo>
                  <a:cubicBezTo>
                    <a:pt x="7316" y="0"/>
                    <a:pt x="4190" y="1602"/>
                    <a:pt x="1711" y="2730"/>
                  </a:cubicBezTo>
                  <a:cubicBezTo>
                    <a:pt x="-499" y="3976"/>
                    <a:pt x="-640" y="18870"/>
                    <a:pt x="1711" y="18870"/>
                  </a:cubicBezTo>
                  <a:cubicBezTo>
                    <a:pt x="4936" y="18870"/>
                    <a:pt x="8020" y="18870"/>
                    <a:pt x="11117" y="19464"/>
                  </a:cubicBezTo>
                  <a:cubicBezTo>
                    <a:pt x="12920" y="20235"/>
                    <a:pt x="14722" y="21600"/>
                    <a:pt x="16539" y="21600"/>
                  </a:cubicBezTo>
                  <a:cubicBezTo>
                    <a:pt x="17524" y="21600"/>
                    <a:pt x="18510" y="21185"/>
                    <a:pt x="19482" y="20116"/>
                  </a:cubicBezTo>
                  <a:cubicBezTo>
                    <a:pt x="20664" y="18218"/>
                    <a:pt x="20960" y="11453"/>
                    <a:pt x="19777" y="8960"/>
                  </a:cubicBezTo>
                  <a:cubicBezTo>
                    <a:pt x="17369" y="2018"/>
                    <a:pt x="13920" y="0"/>
                    <a:pt x="10413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17" name="Google Shape;439;p31"/>
            <p:cNvSpPr/>
            <p:nvPr/>
          </p:nvSpPr>
          <p:spPr>
            <a:xfrm>
              <a:off x="540067" y="1488342"/>
              <a:ext cx="89863" cy="40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476" h="21600" fill="norm" stroke="1" extrusionOk="0">
                  <a:moveTo>
                    <a:pt x="3262" y="0"/>
                  </a:moveTo>
                  <a:cubicBezTo>
                    <a:pt x="-305" y="0"/>
                    <a:pt x="-1464" y="13405"/>
                    <a:pt x="2437" y="15522"/>
                  </a:cubicBezTo>
                  <a:cubicBezTo>
                    <a:pt x="5000" y="16661"/>
                    <a:pt x="7564" y="18398"/>
                    <a:pt x="10127" y="19538"/>
                  </a:cubicBezTo>
                  <a:cubicBezTo>
                    <a:pt x="11888" y="20297"/>
                    <a:pt x="13649" y="21600"/>
                    <a:pt x="15343" y="21600"/>
                  </a:cubicBezTo>
                  <a:cubicBezTo>
                    <a:pt x="16101" y="21600"/>
                    <a:pt x="16859" y="21329"/>
                    <a:pt x="17573" y="20623"/>
                  </a:cubicBezTo>
                  <a:cubicBezTo>
                    <a:pt x="19445" y="18941"/>
                    <a:pt x="20136" y="13839"/>
                    <a:pt x="18732" y="9877"/>
                  </a:cubicBezTo>
                  <a:cubicBezTo>
                    <a:pt x="16859" y="5319"/>
                    <a:pt x="14541" y="4776"/>
                    <a:pt x="12000" y="3636"/>
                  </a:cubicBezTo>
                  <a:cubicBezTo>
                    <a:pt x="9414" y="2496"/>
                    <a:pt x="6628" y="1357"/>
                    <a:pt x="4086" y="271"/>
                  </a:cubicBezTo>
                  <a:cubicBezTo>
                    <a:pt x="3797" y="109"/>
                    <a:pt x="3507" y="0"/>
                    <a:pt x="3262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18" name="Google Shape;440;p31"/>
            <p:cNvSpPr/>
            <p:nvPr/>
          </p:nvSpPr>
          <p:spPr>
            <a:xfrm>
              <a:off x="559130" y="1545526"/>
              <a:ext cx="77024" cy="341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513" h="21600" fill="norm" stroke="1" extrusionOk="0">
                  <a:moveTo>
                    <a:pt x="3282" y="0"/>
                  </a:moveTo>
                  <a:cubicBezTo>
                    <a:pt x="-653" y="0"/>
                    <a:pt x="-1278" y="17176"/>
                    <a:pt x="2656" y="18477"/>
                  </a:cubicBezTo>
                  <a:cubicBezTo>
                    <a:pt x="6070" y="19843"/>
                    <a:pt x="9509" y="21600"/>
                    <a:pt x="12922" y="21600"/>
                  </a:cubicBezTo>
                  <a:cubicBezTo>
                    <a:pt x="14407" y="21600"/>
                    <a:pt x="15867" y="21275"/>
                    <a:pt x="17352" y="20494"/>
                  </a:cubicBezTo>
                  <a:cubicBezTo>
                    <a:pt x="19775" y="19128"/>
                    <a:pt x="20322" y="9629"/>
                    <a:pt x="18159" y="6896"/>
                  </a:cubicBezTo>
                  <a:cubicBezTo>
                    <a:pt x="13808" y="1431"/>
                    <a:pt x="8649" y="1431"/>
                    <a:pt x="3751" y="65"/>
                  </a:cubicBezTo>
                  <a:cubicBezTo>
                    <a:pt x="3594" y="65"/>
                    <a:pt x="3438" y="0"/>
                    <a:pt x="3282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19" name="Google Shape;441;p31"/>
            <p:cNvSpPr/>
            <p:nvPr/>
          </p:nvSpPr>
          <p:spPr>
            <a:xfrm>
              <a:off x="516161" y="1253741"/>
              <a:ext cx="87295" cy="309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949" h="21600" fill="norm" stroke="1" extrusionOk="0">
                  <a:moveTo>
                    <a:pt x="11088" y="0"/>
                  </a:moveTo>
                  <a:cubicBezTo>
                    <a:pt x="8432" y="0"/>
                    <a:pt x="5706" y="1076"/>
                    <a:pt x="3120" y="1435"/>
                  </a:cubicBezTo>
                  <a:cubicBezTo>
                    <a:pt x="-1040" y="2225"/>
                    <a:pt x="-1040" y="20165"/>
                    <a:pt x="3120" y="20165"/>
                  </a:cubicBezTo>
                  <a:cubicBezTo>
                    <a:pt x="5706" y="20524"/>
                    <a:pt x="8432" y="21600"/>
                    <a:pt x="11088" y="21600"/>
                  </a:cubicBezTo>
                  <a:cubicBezTo>
                    <a:pt x="13509" y="21600"/>
                    <a:pt x="15883" y="20739"/>
                    <a:pt x="18116" y="17868"/>
                  </a:cubicBezTo>
                  <a:cubicBezTo>
                    <a:pt x="20560" y="14926"/>
                    <a:pt x="20560" y="6674"/>
                    <a:pt x="18116" y="3732"/>
                  </a:cubicBezTo>
                  <a:cubicBezTo>
                    <a:pt x="15883" y="861"/>
                    <a:pt x="13509" y="0"/>
                    <a:pt x="11088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20" name="Google Shape;442;p31"/>
            <p:cNvSpPr/>
            <p:nvPr/>
          </p:nvSpPr>
          <p:spPr>
            <a:xfrm>
              <a:off x="514563" y="533482"/>
              <a:ext cx="231587" cy="1393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46" h="21600" fill="norm" stroke="1" extrusionOk="0">
                  <a:moveTo>
                    <a:pt x="843" y="0"/>
                  </a:moveTo>
                  <a:cubicBezTo>
                    <a:pt x="245" y="0"/>
                    <a:pt x="-325" y="1323"/>
                    <a:pt x="217" y="2120"/>
                  </a:cubicBezTo>
                  <a:cubicBezTo>
                    <a:pt x="5591" y="10282"/>
                    <a:pt x="13003" y="20261"/>
                    <a:pt x="20228" y="21600"/>
                  </a:cubicBezTo>
                  <a:cubicBezTo>
                    <a:pt x="20256" y="21600"/>
                    <a:pt x="20294" y="21600"/>
                    <a:pt x="20322" y="21600"/>
                  </a:cubicBezTo>
                  <a:cubicBezTo>
                    <a:pt x="21116" y="21600"/>
                    <a:pt x="21275" y="19735"/>
                    <a:pt x="20705" y="19097"/>
                  </a:cubicBezTo>
                  <a:cubicBezTo>
                    <a:pt x="17686" y="15941"/>
                    <a:pt x="14172" y="14427"/>
                    <a:pt x="11050" y="11605"/>
                  </a:cubicBezTo>
                  <a:cubicBezTo>
                    <a:pt x="7535" y="8433"/>
                    <a:pt x="4320" y="4623"/>
                    <a:pt x="1292" y="287"/>
                  </a:cubicBezTo>
                  <a:cubicBezTo>
                    <a:pt x="1152" y="96"/>
                    <a:pt x="1002" y="0"/>
                    <a:pt x="843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21" name="Google Shape;443;p31"/>
            <p:cNvSpPr/>
            <p:nvPr/>
          </p:nvSpPr>
          <p:spPr>
            <a:xfrm>
              <a:off x="539192" y="618437"/>
              <a:ext cx="137249" cy="801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45" h="21600" fill="norm" stroke="1" extrusionOk="0">
                  <a:moveTo>
                    <a:pt x="1476" y="0"/>
                  </a:moveTo>
                  <a:cubicBezTo>
                    <a:pt x="136" y="0"/>
                    <a:pt x="-649" y="3743"/>
                    <a:pt x="706" y="5684"/>
                  </a:cubicBezTo>
                  <a:cubicBezTo>
                    <a:pt x="6002" y="12616"/>
                    <a:pt x="12591" y="20435"/>
                    <a:pt x="19334" y="21600"/>
                  </a:cubicBezTo>
                  <a:cubicBezTo>
                    <a:pt x="20628" y="21600"/>
                    <a:pt x="20951" y="18411"/>
                    <a:pt x="19981" y="17247"/>
                  </a:cubicBezTo>
                  <a:cubicBezTo>
                    <a:pt x="17087" y="14086"/>
                    <a:pt x="13884" y="12339"/>
                    <a:pt x="10821" y="9732"/>
                  </a:cubicBezTo>
                  <a:cubicBezTo>
                    <a:pt x="7772" y="7126"/>
                    <a:pt x="5032" y="3937"/>
                    <a:pt x="2307" y="471"/>
                  </a:cubicBezTo>
                  <a:cubicBezTo>
                    <a:pt x="2014" y="139"/>
                    <a:pt x="1737" y="0"/>
                    <a:pt x="1476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22" name="Google Shape;444;p31"/>
            <p:cNvSpPr/>
            <p:nvPr/>
          </p:nvSpPr>
          <p:spPr>
            <a:xfrm>
              <a:off x="567587" y="706682"/>
              <a:ext cx="85354" cy="415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548" h="21600" fill="norm" stroke="1" extrusionOk="0">
                  <a:moveTo>
                    <a:pt x="2820" y="0"/>
                  </a:moveTo>
                  <a:cubicBezTo>
                    <a:pt x="-218" y="0"/>
                    <a:pt x="-1231" y="11067"/>
                    <a:pt x="1949" y="13634"/>
                  </a:cubicBezTo>
                  <a:cubicBezTo>
                    <a:pt x="6212" y="16200"/>
                    <a:pt x="11347" y="21600"/>
                    <a:pt x="16153" y="21600"/>
                  </a:cubicBezTo>
                  <a:cubicBezTo>
                    <a:pt x="16577" y="21600"/>
                    <a:pt x="17001" y="21547"/>
                    <a:pt x="17425" y="21440"/>
                  </a:cubicBezTo>
                  <a:cubicBezTo>
                    <a:pt x="19639" y="21440"/>
                    <a:pt x="20369" y="15291"/>
                    <a:pt x="18414" y="11923"/>
                  </a:cubicBezTo>
                  <a:cubicBezTo>
                    <a:pt x="14480" y="5240"/>
                    <a:pt x="8332" y="3582"/>
                    <a:pt x="3645" y="267"/>
                  </a:cubicBezTo>
                  <a:cubicBezTo>
                    <a:pt x="3362" y="53"/>
                    <a:pt x="3080" y="0"/>
                    <a:pt x="2820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23" name="Google Shape;445;p31"/>
            <p:cNvSpPr/>
            <p:nvPr/>
          </p:nvSpPr>
          <p:spPr>
            <a:xfrm>
              <a:off x="928825" y="632733"/>
              <a:ext cx="83257" cy="371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937" h="21600" fill="norm" stroke="1" extrusionOk="0">
                  <a:moveTo>
                    <a:pt x="14764" y="0"/>
                  </a:moveTo>
                  <a:cubicBezTo>
                    <a:pt x="10479" y="0"/>
                    <a:pt x="5971" y="4727"/>
                    <a:pt x="2154" y="7060"/>
                  </a:cubicBezTo>
                  <a:cubicBezTo>
                    <a:pt x="-1442" y="9394"/>
                    <a:pt x="-112" y="21600"/>
                    <a:pt x="3041" y="21600"/>
                  </a:cubicBezTo>
                  <a:cubicBezTo>
                    <a:pt x="3262" y="21600"/>
                    <a:pt x="3484" y="21540"/>
                    <a:pt x="3706" y="21420"/>
                  </a:cubicBezTo>
                  <a:cubicBezTo>
                    <a:pt x="8607" y="19566"/>
                    <a:pt x="15799" y="19566"/>
                    <a:pt x="19394" y="9573"/>
                  </a:cubicBezTo>
                  <a:cubicBezTo>
                    <a:pt x="20158" y="7659"/>
                    <a:pt x="20158" y="3351"/>
                    <a:pt x="19124" y="2094"/>
                  </a:cubicBezTo>
                  <a:cubicBezTo>
                    <a:pt x="17744" y="598"/>
                    <a:pt x="16267" y="0"/>
                    <a:pt x="14764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24" name="Google Shape;446;p31"/>
            <p:cNvSpPr/>
            <p:nvPr/>
          </p:nvSpPr>
          <p:spPr>
            <a:xfrm>
              <a:off x="924192" y="725298"/>
              <a:ext cx="59063" cy="257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36" h="21600" fill="norm" stroke="1" extrusionOk="0">
                  <a:moveTo>
                    <a:pt x="13097" y="0"/>
                  </a:moveTo>
                  <a:cubicBezTo>
                    <a:pt x="12220" y="0"/>
                    <a:pt x="11344" y="86"/>
                    <a:pt x="10502" y="86"/>
                  </a:cubicBezTo>
                  <a:cubicBezTo>
                    <a:pt x="7977" y="1037"/>
                    <a:pt x="5032" y="1037"/>
                    <a:pt x="2472" y="1901"/>
                  </a:cubicBezTo>
                  <a:cubicBezTo>
                    <a:pt x="-824" y="3629"/>
                    <a:pt x="-824" y="17194"/>
                    <a:pt x="2472" y="19008"/>
                  </a:cubicBezTo>
                  <a:cubicBezTo>
                    <a:pt x="5032" y="20822"/>
                    <a:pt x="7977" y="20822"/>
                    <a:pt x="10502" y="20822"/>
                  </a:cubicBezTo>
                  <a:cubicBezTo>
                    <a:pt x="11659" y="21254"/>
                    <a:pt x="12886" y="21600"/>
                    <a:pt x="14114" y="21600"/>
                  </a:cubicBezTo>
                  <a:cubicBezTo>
                    <a:pt x="15586" y="21600"/>
                    <a:pt x="17024" y="20995"/>
                    <a:pt x="18216" y="19008"/>
                  </a:cubicBezTo>
                  <a:cubicBezTo>
                    <a:pt x="20776" y="14515"/>
                    <a:pt x="20776" y="6394"/>
                    <a:pt x="18216" y="2765"/>
                  </a:cubicBezTo>
                  <a:cubicBezTo>
                    <a:pt x="16744" y="346"/>
                    <a:pt x="14920" y="0"/>
                    <a:pt x="13097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25" name="Google Shape;447;p31"/>
            <p:cNvSpPr/>
            <p:nvPr/>
          </p:nvSpPr>
          <p:spPr>
            <a:xfrm>
              <a:off x="928229" y="806961"/>
              <a:ext cx="60606" cy="268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012" h="21600" fill="norm" stroke="1" extrusionOk="0">
                  <a:moveTo>
                    <a:pt x="4254" y="0"/>
                  </a:moveTo>
                  <a:cubicBezTo>
                    <a:pt x="-1418" y="0"/>
                    <a:pt x="-1418" y="21600"/>
                    <a:pt x="4254" y="21600"/>
                  </a:cubicBezTo>
                  <a:lnTo>
                    <a:pt x="12405" y="21600"/>
                  </a:lnTo>
                  <a:cubicBezTo>
                    <a:pt x="15224" y="21600"/>
                    <a:pt x="17737" y="21600"/>
                    <a:pt x="19503" y="14731"/>
                  </a:cubicBezTo>
                  <a:cubicBezTo>
                    <a:pt x="20182" y="12083"/>
                    <a:pt x="20182" y="8607"/>
                    <a:pt x="19503" y="6952"/>
                  </a:cubicBezTo>
                  <a:cubicBezTo>
                    <a:pt x="17737" y="0"/>
                    <a:pt x="15224" y="0"/>
                    <a:pt x="12405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26" name="Google Shape;448;p31"/>
            <p:cNvSpPr/>
            <p:nvPr/>
          </p:nvSpPr>
          <p:spPr>
            <a:xfrm>
              <a:off x="939980" y="876590"/>
              <a:ext cx="47235" cy="261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66" h="21600" fill="norm" stroke="1" extrusionOk="0">
                  <a:moveTo>
                    <a:pt x="6390" y="0"/>
                  </a:moveTo>
                  <a:cubicBezTo>
                    <a:pt x="3015" y="0"/>
                    <a:pt x="0" y="3657"/>
                    <a:pt x="0" y="10800"/>
                  </a:cubicBezTo>
                  <a:cubicBezTo>
                    <a:pt x="0" y="18028"/>
                    <a:pt x="3060" y="21600"/>
                    <a:pt x="6435" y="21600"/>
                  </a:cubicBezTo>
                  <a:cubicBezTo>
                    <a:pt x="6795" y="21600"/>
                    <a:pt x="7155" y="21600"/>
                    <a:pt x="7515" y="21515"/>
                  </a:cubicBezTo>
                  <a:cubicBezTo>
                    <a:pt x="10845" y="20580"/>
                    <a:pt x="14580" y="19729"/>
                    <a:pt x="17865" y="17943"/>
                  </a:cubicBezTo>
                  <a:cubicBezTo>
                    <a:pt x="21600" y="16157"/>
                    <a:pt x="21600" y="6378"/>
                    <a:pt x="17865" y="3742"/>
                  </a:cubicBezTo>
                  <a:cubicBezTo>
                    <a:pt x="14580" y="1956"/>
                    <a:pt x="10845" y="1020"/>
                    <a:pt x="7515" y="170"/>
                  </a:cubicBezTo>
                  <a:cubicBezTo>
                    <a:pt x="7155" y="85"/>
                    <a:pt x="6750" y="0"/>
                    <a:pt x="6390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27" name="Google Shape;449;p31"/>
            <p:cNvSpPr/>
            <p:nvPr/>
          </p:nvSpPr>
          <p:spPr>
            <a:xfrm>
              <a:off x="942448" y="1590472"/>
              <a:ext cx="91564" cy="285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57" h="21600" fill="norm" stroke="1" extrusionOk="0">
                  <a:moveTo>
                    <a:pt x="14615" y="0"/>
                  </a:moveTo>
                  <a:cubicBezTo>
                    <a:pt x="13558" y="0"/>
                    <a:pt x="12501" y="233"/>
                    <a:pt x="11444" y="233"/>
                  </a:cubicBezTo>
                  <a:cubicBezTo>
                    <a:pt x="8342" y="1088"/>
                    <a:pt x="5469" y="1865"/>
                    <a:pt x="2344" y="2719"/>
                  </a:cubicBezTo>
                  <a:cubicBezTo>
                    <a:pt x="-781" y="3496"/>
                    <a:pt x="-781" y="18104"/>
                    <a:pt x="2344" y="18881"/>
                  </a:cubicBezTo>
                  <a:cubicBezTo>
                    <a:pt x="5469" y="19658"/>
                    <a:pt x="8342" y="20512"/>
                    <a:pt x="11444" y="21289"/>
                  </a:cubicBezTo>
                  <a:cubicBezTo>
                    <a:pt x="12501" y="21289"/>
                    <a:pt x="13558" y="21600"/>
                    <a:pt x="14615" y="21600"/>
                  </a:cubicBezTo>
                  <a:cubicBezTo>
                    <a:pt x="16200" y="21600"/>
                    <a:pt x="17786" y="20978"/>
                    <a:pt x="19371" y="18104"/>
                  </a:cubicBezTo>
                  <a:cubicBezTo>
                    <a:pt x="20819" y="14840"/>
                    <a:pt x="20819" y="6682"/>
                    <a:pt x="19371" y="3496"/>
                  </a:cubicBezTo>
                  <a:cubicBezTo>
                    <a:pt x="17786" y="544"/>
                    <a:pt x="16200" y="0"/>
                    <a:pt x="14615" y="0"/>
                  </a:cubicBezTo>
                  <a:close/>
                </a:path>
              </a:pathLst>
            </a:custGeom>
            <a:solidFill>
              <a:srgbClr val="820C0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28" name="Google Shape;450;p31"/>
            <p:cNvSpPr/>
            <p:nvPr/>
          </p:nvSpPr>
          <p:spPr>
            <a:xfrm>
              <a:off x="935480" y="1515186"/>
              <a:ext cx="73513" cy="277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998" h="21600" fill="norm" stroke="1" extrusionOk="0">
                  <a:moveTo>
                    <a:pt x="14598" y="0"/>
                  </a:moveTo>
                  <a:cubicBezTo>
                    <a:pt x="13507" y="0"/>
                    <a:pt x="12332" y="320"/>
                    <a:pt x="11157" y="320"/>
                  </a:cubicBezTo>
                  <a:cubicBezTo>
                    <a:pt x="8555" y="320"/>
                    <a:pt x="5897" y="320"/>
                    <a:pt x="3295" y="1200"/>
                  </a:cubicBezTo>
                  <a:cubicBezTo>
                    <a:pt x="-1098" y="1200"/>
                    <a:pt x="-1098" y="19600"/>
                    <a:pt x="3295" y="20400"/>
                  </a:cubicBezTo>
                  <a:cubicBezTo>
                    <a:pt x="5897" y="20400"/>
                    <a:pt x="8555" y="20400"/>
                    <a:pt x="11157" y="21280"/>
                  </a:cubicBezTo>
                  <a:cubicBezTo>
                    <a:pt x="12332" y="21280"/>
                    <a:pt x="13507" y="21600"/>
                    <a:pt x="14598" y="21600"/>
                  </a:cubicBezTo>
                  <a:cubicBezTo>
                    <a:pt x="15997" y="21600"/>
                    <a:pt x="17340" y="21040"/>
                    <a:pt x="18487" y="18720"/>
                  </a:cubicBezTo>
                  <a:cubicBezTo>
                    <a:pt x="20502" y="14560"/>
                    <a:pt x="20502" y="6240"/>
                    <a:pt x="18487" y="2880"/>
                  </a:cubicBezTo>
                  <a:cubicBezTo>
                    <a:pt x="17340" y="560"/>
                    <a:pt x="15997" y="0"/>
                    <a:pt x="14598" y="0"/>
                  </a:cubicBezTo>
                  <a:close/>
                </a:path>
              </a:pathLst>
            </a:custGeom>
            <a:solidFill>
              <a:srgbClr val="820C0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29" name="Google Shape;451;p31"/>
            <p:cNvSpPr/>
            <p:nvPr/>
          </p:nvSpPr>
          <p:spPr>
            <a:xfrm>
              <a:off x="946434" y="1426529"/>
              <a:ext cx="48906" cy="273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70" h="21600" fill="norm" stroke="1" extrusionOk="0">
                  <a:moveTo>
                    <a:pt x="5076" y="0"/>
                  </a:moveTo>
                  <a:cubicBezTo>
                    <a:pt x="-1692" y="0"/>
                    <a:pt x="-1692" y="21194"/>
                    <a:pt x="5076" y="21194"/>
                  </a:cubicBezTo>
                  <a:cubicBezTo>
                    <a:pt x="6413" y="21438"/>
                    <a:pt x="7669" y="21600"/>
                    <a:pt x="8966" y="21600"/>
                  </a:cubicBezTo>
                  <a:cubicBezTo>
                    <a:pt x="11722" y="21600"/>
                    <a:pt x="14478" y="20707"/>
                    <a:pt x="17355" y="17783"/>
                  </a:cubicBezTo>
                  <a:cubicBezTo>
                    <a:pt x="19908" y="15266"/>
                    <a:pt x="19908" y="6821"/>
                    <a:pt x="17355" y="4223"/>
                  </a:cubicBezTo>
                  <a:cubicBezTo>
                    <a:pt x="13140" y="0"/>
                    <a:pt x="9331" y="0"/>
                    <a:pt x="5076" y="0"/>
                  </a:cubicBezTo>
                  <a:close/>
                </a:path>
              </a:pathLst>
            </a:custGeom>
            <a:solidFill>
              <a:srgbClr val="820C0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30" name="Google Shape;452;p31"/>
            <p:cNvSpPr/>
            <p:nvPr/>
          </p:nvSpPr>
          <p:spPr>
            <a:xfrm>
              <a:off x="554601" y="0"/>
              <a:ext cx="463854" cy="6194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1739" y="0"/>
                  </a:moveTo>
                  <a:cubicBezTo>
                    <a:pt x="8453" y="0"/>
                    <a:pt x="5115" y="1065"/>
                    <a:pt x="3448" y="3055"/>
                  </a:cubicBezTo>
                  <a:cubicBezTo>
                    <a:pt x="48" y="7061"/>
                    <a:pt x="1801" y="11813"/>
                    <a:pt x="3046" y="16231"/>
                  </a:cubicBezTo>
                  <a:cubicBezTo>
                    <a:pt x="3400" y="17020"/>
                    <a:pt x="1446" y="17096"/>
                    <a:pt x="0" y="17393"/>
                  </a:cubicBezTo>
                  <a:cubicBezTo>
                    <a:pt x="1446" y="18892"/>
                    <a:pt x="4598" y="20277"/>
                    <a:pt x="6600" y="20800"/>
                  </a:cubicBezTo>
                  <a:cubicBezTo>
                    <a:pt x="8645" y="21331"/>
                    <a:pt x="10968" y="21600"/>
                    <a:pt x="13142" y="21600"/>
                  </a:cubicBezTo>
                  <a:cubicBezTo>
                    <a:pt x="13415" y="21600"/>
                    <a:pt x="13683" y="21596"/>
                    <a:pt x="13947" y="21589"/>
                  </a:cubicBezTo>
                  <a:cubicBezTo>
                    <a:pt x="15800" y="21514"/>
                    <a:pt x="17299" y="21288"/>
                    <a:pt x="18798" y="20463"/>
                  </a:cubicBezTo>
                  <a:cubicBezTo>
                    <a:pt x="20197" y="19678"/>
                    <a:pt x="21547" y="18555"/>
                    <a:pt x="21600" y="17171"/>
                  </a:cubicBezTo>
                  <a:cubicBezTo>
                    <a:pt x="20245" y="17171"/>
                    <a:pt x="18449" y="17171"/>
                    <a:pt x="18348" y="16196"/>
                  </a:cubicBezTo>
                  <a:cubicBezTo>
                    <a:pt x="18300" y="15898"/>
                    <a:pt x="18449" y="15597"/>
                    <a:pt x="18645" y="15335"/>
                  </a:cubicBezTo>
                  <a:cubicBezTo>
                    <a:pt x="19847" y="13201"/>
                    <a:pt x="20498" y="10917"/>
                    <a:pt x="20647" y="8636"/>
                  </a:cubicBezTo>
                  <a:cubicBezTo>
                    <a:pt x="20800" y="6387"/>
                    <a:pt x="20498" y="3579"/>
                    <a:pt x="18449" y="1969"/>
                  </a:cubicBezTo>
                  <a:cubicBezTo>
                    <a:pt x="16772" y="635"/>
                    <a:pt x="14272" y="0"/>
                    <a:pt x="11739" y="0"/>
                  </a:cubicBezTo>
                  <a:close/>
                </a:path>
              </a:pathLst>
            </a:custGeom>
            <a:solidFill>
              <a:srgbClr val="BE1F8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31" name="Google Shape;453;p31"/>
            <p:cNvSpPr/>
            <p:nvPr/>
          </p:nvSpPr>
          <p:spPr>
            <a:xfrm>
              <a:off x="689654" y="122802"/>
              <a:ext cx="263462" cy="3773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076" h="21600" fill="norm" stroke="1" extrusionOk="0">
                  <a:moveTo>
                    <a:pt x="11333" y="0"/>
                  </a:moveTo>
                  <a:cubicBezTo>
                    <a:pt x="9506" y="0"/>
                    <a:pt x="7727" y="183"/>
                    <a:pt x="6481" y="442"/>
                  </a:cubicBezTo>
                  <a:cubicBezTo>
                    <a:pt x="-471" y="1919"/>
                    <a:pt x="-1129" y="11015"/>
                    <a:pt x="1238" y="14948"/>
                  </a:cubicBezTo>
                  <a:cubicBezTo>
                    <a:pt x="2312" y="16731"/>
                    <a:pt x="3699" y="19316"/>
                    <a:pt x="5823" y="20417"/>
                  </a:cubicBezTo>
                  <a:cubicBezTo>
                    <a:pt x="7257" y="21164"/>
                    <a:pt x="8989" y="21600"/>
                    <a:pt x="10713" y="21600"/>
                  </a:cubicBezTo>
                  <a:cubicBezTo>
                    <a:pt x="11552" y="21600"/>
                    <a:pt x="12383" y="21500"/>
                    <a:pt x="13190" y="21282"/>
                  </a:cubicBezTo>
                  <a:cubicBezTo>
                    <a:pt x="16458" y="20299"/>
                    <a:pt x="18096" y="17591"/>
                    <a:pt x="18911" y="14948"/>
                  </a:cubicBezTo>
                  <a:cubicBezTo>
                    <a:pt x="19405" y="13170"/>
                    <a:pt x="19734" y="11380"/>
                    <a:pt x="19899" y="9537"/>
                  </a:cubicBezTo>
                  <a:cubicBezTo>
                    <a:pt x="20142" y="6959"/>
                    <a:pt x="20471" y="3703"/>
                    <a:pt x="18347" y="1672"/>
                  </a:cubicBezTo>
                  <a:cubicBezTo>
                    <a:pt x="17148" y="436"/>
                    <a:pt x="14185" y="0"/>
                    <a:pt x="11333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32" name="Google Shape;454;p31"/>
            <p:cNvSpPr/>
            <p:nvPr/>
          </p:nvSpPr>
          <p:spPr>
            <a:xfrm>
              <a:off x="701189" y="310298"/>
              <a:ext cx="269835" cy="233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33" h="21600" fill="norm" stroke="1" extrusionOk="0">
                  <a:moveTo>
                    <a:pt x="11686" y="0"/>
                  </a:moveTo>
                  <a:cubicBezTo>
                    <a:pt x="10880" y="0"/>
                    <a:pt x="10066" y="57"/>
                    <a:pt x="9260" y="161"/>
                  </a:cubicBezTo>
                  <a:cubicBezTo>
                    <a:pt x="7315" y="361"/>
                    <a:pt x="2300" y="1444"/>
                    <a:pt x="766" y="3429"/>
                  </a:cubicBezTo>
                  <a:cubicBezTo>
                    <a:pt x="-1017" y="5813"/>
                    <a:pt x="766" y="11360"/>
                    <a:pt x="1572" y="13745"/>
                  </a:cubicBezTo>
                  <a:cubicBezTo>
                    <a:pt x="2463" y="16024"/>
                    <a:pt x="3432" y="18304"/>
                    <a:pt x="5137" y="19691"/>
                  </a:cubicBezTo>
                  <a:cubicBezTo>
                    <a:pt x="6981" y="21296"/>
                    <a:pt x="9361" y="21600"/>
                    <a:pt x="11670" y="21600"/>
                  </a:cubicBezTo>
                  <a:cubicBezTo>
                    <a:pt x="12081" y="21600"/>
                    <a:pt x="12492" y="21591"/>
                    <a:pt x="12902" y="21581"/>
                  </a:cubicBezTo>
                  <a:cubicBezTo>
                    <a:pt x="13871" y="21477"/>
                    <a:pt x="14925" y="21182"/>
                    <a:pt x="15817" y="20783"/>
                  </a:cubicBezTo>
                  <a:cubicBezTo>
                    <a:pt x="17917" y="19890"/>
                    <a:pt x="18971" y="17212"/>
                    <a:pt x="19614" y="13650"/>
                  </a:cubicBezTo>
                  <a:cubicBezTo>
                    <a:pt x="20102" y="10961"/>
                    <a:pt x="20583" y="7200"/>
                    <a:pt x="20188" y="5120"/>
                  </a:cubicBezTo>
                  <a:cubicBezTo>
                    <a:pt x="19862" y="3534"/>
                    <a:pt x="18893" y="1643"/>
                    <a:pt x="16537" y="760"/>
                  </a:cubicBezTo>
                  <a:cubicBezTo>
                    <a:pt x="14925" y="228"/>
                    <a:pt x="13305" y="0"/>
                    <a:pt x="11686" y="0"/>
                  </a:cubicBezTo>
                  <a:close/>
                </a:path>
              </a:pathLst>
            </a:custGeom>
            <a:solidFill>
              <a:srgbClr val="F4C3B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33" name="Google Shape;455;p31"/>
            <p:cNvSpPr/>
            <p:nvPr/>
          </p:nvSpPr>
          <p:spPr>
            <a:xfrm>
              <a:off x="579185" y="210019"/>
              <a:ext cx="97808" cy="386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19" h="21600" fill="norm" stroke="1" extrusionOk="0">
                  <a:moveTo>
                    <a:pt x="1891" y="0"/>
                  </a:moveTo>
                  <a:cubicBezTo>
                    <a:pt x="1891" y="0"/>
                    <a:pt x="472" y="0"/>
                    <a:pt x="22" y="12006"/>
                  </a:cubicBezTo>
                  <a:cubicBezTo>
                    <a:pt x="-181" y="21083"/>
                    <a:pt x="1080" y="21600"/>
                    <a:pt x="1373" y="21600"/>
                  </a:cubicBezTo>
                  <a:cubicBezTo>
                    <a:pt x="1396" y="21600"/>
                    <a:pt x="1418" y="21600"/>
                    <a:pt x="1418" y="21600"/>
                  </a:cubicBezTo>
                  <a:lnTo>
                    <a:pt x="21419" y="21600"/>
                  </a:lnTo>
                  <a:lnTo>
                    <a:pt x="21419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34" name="Google Shape;456;p31"/>
            <p:cNvSpPr/>
            <p:nvPr/>
          </p:nvSpPr>
          <p:spPr>
            <a:xfrm>
              <a:off x="673701" y="162708"/>
              <a:ext cx="355451" cy="3694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3594" y="0"/>
                  </a:moveTo>
                  <a:cubicBezTo>
                    <a:pt x="3594" y="0"/>
                    <a:pt x="0" y="0"/>
                    <a:pt x="0" y="3710"/>
                  </a:cubicBezTo>
                  <a:cubicBezTo>
                    <a:pt x="0" y="3710"/>
                    <a:pt x="1113" y="18275"/>
                    <a:pt x="4900" y="19026"/>
                  </a:cubicBezTo>
                  <a:lnTo>
                    <a:pt x="14619" y="21600"/>
                  </a:lnTo>
                  <a:cubicBezTo>
                    <a:pt x="19381" y="20536"/>
                    <a:pt x="21600" y="3710"/>
                    <a:pt x="21600" y="3710"/>
                  </a:cubicBezTo>
                  <a:cubicBezTo>
                    <a:pt x="21600" y="0"/>
                    <a:pt x="18013" y="0"/>
                    <a:pt x="18013" y="0"/>
                  </a:cubicBezTo>
                  <a:close/>
                </a:path>
              </a:pathLst>
            </a:custGeom>
            <a:solidFill>
              <a:srgbClr val="F4C3B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35" name="Google Shape;457;p31"/>
            <p:cNvSpPr/>
            <p:nvPr/>
          </p:nvSpPr>
          <p:spPr>
            <a:xfrm>
              <a:off x="697813" y="179884"/>
              <a:ext cx="308196" cy="1242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57" h="21600" fill="norm" stroke="1" extrusionOk="0">
                  <a:moveTo>
                    <a:pt x="3465" y="0"/>
                  </a:moveTo>
                  <a:cubicBezTo>
                    <a:pt x="3465" y="0"/>
                    <a:pt x="-31" y="0"/>
                    <a:pt x="45" y="7850"/>
                  </a:cubicBezTo>
                  <a:cubicBezTo>
                    <a:pt x="45" y="7850"/>
                    <a:pt x="-604" y="19240"/>
                    <a:pt x="3035" y="20921"/>
                  </a:cubicBezTo>
                  <a:cubicBezTo>
                    <a:pt x="3984" y="21368"/>
                    <a:pt x="4830" y="21600"/>
                    <a:pt x="5581" y="21600"/>
                  </a:cubicBezTo>
                  <a:cubicBezTo>
                    <a:pt x="7650" y="21600"/>
                    <a:pt x="8967" y="19794"/>
                    <a:pt x="9595" y="15681"/>
                  </a:cubicBezTo>
                  <a:cubicBezTo>
                    <a:pt x="10019" y="13071"/>
                    <a:pt x="10449" y="12320"/>
                    <a:pt x="10804" y="12141"/>
                  </a:cubicBezTo>
                  <a:lnTo>
                    <a:pt x="11514" y="12141"/>
                  </a:lnTo>
                  <a:cubicBezTo>
                    <a:pt x="11875" y="12320"/>
                    <a:pt x="12299" y="13071"/>
                    <a:pt x="12729" y="15681"/>
                  </a:cubicBezTo>
                  <a:cubicBezTo>
                    <a:pt x="13357" y="19794"/>
                    <a:pt x="13637" y="21600"/>
                    <a:pt x="15180" y="21600"/>
                  </a:cubicBezTo>
                  <a:cubicBezTo>
                    <a:pt x="15739" y="21600"/>
                    <a:pt x="16463" y="21368"/>
                    <a:pt x="17432" y="20921"/>
                  </a:cubicBezTo>
                  <a:cubicBezTo>
                    <a:pt x="20996" y="19240"/>
                    <a:pt x="20423" y="7850"/>
                    <a:pt x="20423" y="7850"/>
                  </a:cubicBezTo>
                  <a:cubicBezTo>
                    <a:pt x="20423" y="0"/>
                    <a:pt x="17002" y="0"/>
                    <a:pt x="17002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36" name="Google Shape;458;p31"/>
            <p:cNvSpPr/>
            <p:nvPr/>
          </p:nvSpPr>
          <p:spPr>
            <a:xfrm>
              <a:off x="538453" y="489565"/>
              <a:ext cx="491727" cy="1391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067" y="0"/>
                  </a:moveTo>
                  <a:cubicBezTo>
                    <a:pt x="20886" y="0"/>
                    <a:pt x="20724" y="192"/>
                    <a:pt x="20705" y="607"/>
                  </a:cubicBezTo>
                  <a:cubicBezTo>
                    <a:pt x="20091" y="9435"/>
                    <a:pt x="19291" y="11941"/>
                    <a:pt x="17403" y="15262"/>
                  </a:cubicBezTo>
                  <a:cubicBezTo>
                    <a:pt x="16106" y="17689"/>
                    <a:pt x="14615" y="18455"/>
                    <a:pt x="13143" y="18455"/>
                  </a:cubicBezTo>
                  <a:cubicBezTo>
                    <a:pt x="12686" y="18455"/>
                    <a:pt x="12234" y="18391"/>
                    <a:pt x="11792" y="18263"/>
                  </a:cubicBezTo>
                  <a:cubicBezTo>
                    <a:pt x="7595" y="17609"/>
                    <a:pt x="3822" y="12772"/>
                    <a:pt x="1084" y="1437"/>
                  </a:cubicBezTo>
                  <a:cubicBezTo>
                    <a:pt x="1017" y="1149"/>
                    <a:pt x="886" y="1038"/>
                    <a:pt x="745" y="1038"/>
                  </a:cubicBezTo>
                  <a:cubicBezTo>
                    <a:pt x="416" y="1038"/>
                    <a:pt x="0" y="1596"/>
                    <a:pt x="0" y="1596"/>
                  </a:cubicBezTo>
                  <a:cubicBezTo>
                    <a:pt x="3072" y="15262"/>
                    <a:pt x="8304" y="21600"/>
                    <a:pt x="13152" y="21600"/>
                  </a:cubicBezTo>
                  <a:cubicBezTo>
                    <a:pt x="13219" y="21600"/>
                    <a:pt x="13283" y="21600"/>
                    <a:pt x="13350" y="21600"/>
                  </a:cubicBezTo>
                  <a:cubicBezTo>
                    <a:pt x="16933" y="21600"/>
                    <a:pt x="21225" y="15438"/>
                    <a:pt x="21600" y="942"/>
                  </a:cubicBezTo>
                  <a:cubicBezTo>
                    <a:pt x="21600" y="351"/>
                    <a:pt x="21315" y="0"/>
                    <a:pt x="21067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37" name="Google Shape;459;p31"/>
            <p:cNvSpPr/>
            <p:nvPr/>
          </p:nvSpPr>
          <p:spPr>
            <a:xfrm>
              <a:off x="747478" y="216087"/>
              <a:ext cx="37181" cy="372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19" h="21600" fill="norm" stroke="1" extrusionOk="0">
                  <a:moveTo>
                    <a:pt x="2751" y="0"/>
                  </a:moveTo>
                  <a:cubicBezTo>
                    <a:pt x="580" y="0"/>
                    <a:pt x="-994" y="2685"/>
                    <a:pt x="743" y="4594"/>
                  </a:cubicBezTo>
                  <a:cubicBezTo>
                    <a:pt x="5844" y="10144"/>
                    <a:pt x="10403" y="15812"/>
                    <a:pt x="15450" y="20765"/>
                  </a:cubicBezTo>
                  <a:cubicBezTo>
                    <a:pt x="15993" y="21361"/>
                    <a:pt x="16590" y="21600"/>
                    <a:pt x="17133" y="21600"/>
                  </a:cubicBezTo>
                  <a:cubicBezTo>
                    <a:pt x="19032" y="21600"/>
                    <a:pt x="20606" y="18975"/>
                    <a:pt x="18869" y="17065"/>
                  </a:cubicBezTo>
                  <a:cubicBezTo>
                    <a:pt x="14365" y="11397"/>
                    <a:pt x="9263" y="6444"/>
                    <a:pt x="4759" y="835"/>
                  </a:cubicBezTo>
                  <a:cubicBezTo>
                    <a:pt x="4053" y="298"/>
                    <a:pt x="3402" y="0"/>
                    <a:pt x="2751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38" name="Google Shape;460;p31"/>
            <p:cNvSpPr/>
            <p:nvPr/>
          </p:nvSpPr>
          <p:spPr>
            <a:xfrm>
              <a:off x="719723" y="224727"/>
              <a:ext cx="64805" cy="639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43" h="21600" fill="norm" stroke="1" extrusionOk="0">
                  <a:moveTo>
                    <a:pt x="1728" y="0"/>
                  </a:moveTo>
                  <a:cubicBezTo>
                    <a:pt x="501" y="0"/>
                    <a:pt x="-629" y="1528"/>
                    <a:pt x="404" y="2639"/>
                  </a:cubicBezTo>
                  <a:lnTo>
                    <a:pt x="17581" y="21114"/>
                  </a:lnTo>
                  <a:cubicBezTo>
                    <a:pt x="17904" y="21461"/>
                    <a:pt x="18291" y="21600"/>
                    <a:pt x="18646" y="21600"/>
                  </a:cubicBezTo>
                  <a:cubicBezTo>
                    <a:pt x="19841" y="21600"/>
                    <a:pt x="20971" y="20072"/>
                    <a:pt x="19938" y="18961"/>
                  </a:cubicBezTo>
                  <a:lnTo>
                    <a:pt x="2761" y="486"/>
                  </a:lnTo>
                  <a:cubicBezTo>
                    <a:pt x="2438" y="139"/>
                    <a:pt x="2083" y="0"/>
                    <a:pt x="1728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39" name="Google Shape;461;p31"/>
            <p:cNvSpPr/>
            <p:nvPr/>
          </p:nvSpPr>
          <p:spPr>
            <a:xfrm>
              <a:off x="771251" y="198911"/>
              <a:ext cx="36033" cy="359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453" h="21600" fill="norm" stroke="1" extrusionOk="0">
                  <a:moveTo>
                    <a:pt x="2972" y="0"/>
                  </a:moveTo>
                  <a:cubicBezTo>
                    <a:pt x="862" y="0"/>
                    <a:pt x="-1081" y="2777"/>
                    <a:pt x="696" y="4752"/>
                  </a:cubicBezTo>
                  <a:cubicBezTo>
                    <a:pt x="5915" y="9874"/>
                    <a:pt x="10580" y="15058"/>
                    <a:pt x="15188" y="20798"/>
                  </a:cubicBezTo>
                  <a:cubicBezTo>
                    <a:pt x="15688" y="21353"/>
                    <a:pt x="16243" y="21600"/>
                    <a:pt x="16743" y="21600"/>
                  </a:cubicBezTo>
                  <a:cubicBezTo>
                    <a:pt x="18742" y="21600"/>
                    <a:pt x="20519" y="18391"/>
                    <a:pt x="18687" y="16354"/>
                  </a:cubicBezTo>
                  <a:lnTo>
                    <a:pt x="4749" y="864"/>
                  </a:lnTo>
                  <a:cubicBezTo>
                    <a:pt x="4194" y="247"/>
                    <a:pt x="3583" y="0"/>
                    <a:pt x="2972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40" name="Google Shape;462;p31"/>
            <p:cNvSpPr/>
            <p:nvPr/>
          </p:nvSpPr>
          <p:spPr>
            <a:xfrm>
              <a:off x="878492" y="201071"/>
              <a:ext cx="73690" cy="737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52" h="21600" fill="norm" stroke="1" extrusionOk="0">
                  <a:moveTo>
                    <a:pt x="1286" y="0"/>
                  </a:moveTo>
                  <a:cubicBezTo>
                    <a:pt x="311" y="0"/>
                    <a:pt x="-521" y="1356"/>
                    <a:pt x="397" y="2320"/>
                  </a:cubicBezTo>
                  <a:lnTo>
                    <a:pt x="18354" y="21178"/>
                  </a:lnTo>
                  <a:cubicBezTo>
                    <a:pt x="18641" y="21479"/>
                    <a:pt x="18956" y="21600"/>
                    <a:pt x="19243" y="21600"/>
                  </a:cubicBezTo>
                  <a:cubicBezTo>
                    <a:pt x="20218" y="21600"/>
                    <a:pt x="21079" y="20244"/>
                    <a:pt x="20161" y="19280"/>
                  </a:cubicBezTo>
                  <a:lnTo>
                    <a:pt x="2175" y="422"/>
                  </a:lnTo>
                  <a:cubicBezTo>
                    <a:pt x="1917" y="121"/>
                    <a:pt x="1602" y="0"/>
                    <a:pt x="1286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41" name="Google Shape;463;p31"/>
            <p:cNvSpPr/>
            <p:nvPr/>
          </p:nvSpPr>
          <p:spPr>
            <a:xfrm>
              <a:off x="923562" y="215059"/>
              <a:ext cx="28620" cy="285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080" h="21600" fill="norm" stroke="1" extrusionOk="0">
                  <a:moveTo>
                    <a:pt x="3129" y="0"/>
                  </a:moveTo>
                  <a:cubicBezTo>
                    <a:pt x="797" y="0"/>
                    <a:pt x="-1260" y="3419"/>
                    <a:pt x="934" y="5905"/>
                  </a:cubicBezTo>
                  <a:lnTo>
                    <a:pt x="13826" y="20512"/>
                  </a:lnTo>
                  <a:cubicBezTo>
                    <a:pt x="14511" y="21289"/>
                    <a:pt x="15266" y="21600"/>
                    <a:pt x="15951" y="21600"/>
                  </a:cubicBezTo>
                  <a:cubicBezTo>
                    <a:pt x="18283" y="21600"/>
                    <a:pt x="20340" y="18104"/>
                    <a:pt x="18146" y="15617"/>
                  </a:cubicBezTo>
                  <a:lnTo>
                    <a:pt x="5254" y="1010"/>
                  </a:lnTo>
                  <a:cubicBezTo>
                    <a:pt x="4569" y="311"/>
                    <a:pt x="3814" y="0"/>
                    <a:pt x="3129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42" name="Google Shape;464;p31"/>
            <p:cNvSpPr/>
            <p:nvPr/>
          </p:nvSpPr>
          <p:spPr>
            <a:xfrm>
              <a:off x="946167" y="206419"/>
              <a:ext cx="20901" cy="200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213" h="21600" fill="norm" stroke="1" extrusionOk="0">
                  <a:moveTo>
                    <a:pt x="4019" y="0"/>
                  </a:moveTo>
                  <a:cubicBezTo>
                    <a:pt x="972" y="0"/>
                    <a:pt x="-1627" y="4874"/>
                    <a:pt x="1241" y="8418"/>
                  </a:cubicBezTo>
                  <a:cubicBezTo>
                    <a:pt x="5005" y="11963"/>
                    <a:pt x="7694" y="16615"/>
                    <a:pt x="10562" y="20049"/>
                  </a:cubicBezTo>
                  <a:cubicBezTo>
                    <a:pt x="11458" y="21157"/>
                    <a:pt x="12444" y="21600"/>
                    <a:pt x="13430" y="21600"/>
                  </a:cubicBezTo>
                  <a:cubicBezTo>
                    <a:pt x="16746" y="21600"/>
                    <a:pt x="19973" y="16615"/>
                    <a:pt x="17105" y="13071"/>
                  </a:cubicBezTo>
                  <a:cubicBezTo>
                    <a:pt x="13341" y="8418"/>
                    <a:pt x="10562" y="5095"/>
                    <a:pt x="6798" y="1551"/>
                  </a:cubicBezTo>
                  <a:cubicBezTo>
                    <a:pt x="5991" y="443"/>
                    <a:pt x="5005" y="0"/>
                    <a:pt x="4019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43" name="Google Shape;465;p31"/>
            <p:cNvSpPr/>
            <p:nvPr/>
          </p:nvSpPr>
          <p:spPr>
            <a:xfrm>
              <a:off x="360" y="526592"/>
              <a:ext cx="500111" cy="12971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74" h="21600" fill="norm" stroke="1" extrusionOk="0">
                  <a:moveTo>
                    <a:pt x="17292" y="0"/>
                  </a:moveTo>
                  <a:cubicBezTo>
                    <a:pt x="14089" y="0"/>
                    <a:pt x="12498" y="1125"/>
                    <a:pt x="10696" y="2184"/>
                  </a:cubicBezTo>
                  <a:cubicBezTo>
                    <a:pt x="7116" y="4311"/>
                    <a:pt x="3718" y="8049"/>
                    <a:pt x="2348" y="10533"/>
                  </a:cubicBezTo>
                  <a:cubicBezTo>
                    <a:pt x="97" y="14575"/>
                    <a:pt x="-390" y="19420"/>
                    <a:pt x="274" y="21030"/>
                  </a:cubicBezTo>
                  <a:cubicBezTo>
                    <a:pt x="465" y="21466"/>
                    <a:pt x="1459" y="21600"/>
                    <a:pt x="2690" y="21600"/>
                  </a:cubicBezTo>
                  <a:cubicBezTo>
                    <a:pt x="4027" y="21600"/>
                    <a:pt x="5639" y="21444"/>
                    <a:pt x="6811" y="21352"/>
                  </a:cubicBezTo>
                  <a:cubicBezTo>
                    <a:pt x="6765" y="17990"/>
                    <a:pt x="8445" y="14645"/>
                    <a:pt x="11758" y="11590"/>
                  </a:cubicBezTo>
                  <a:cubicBezTo>
                    <a:pt x="12862" y="10569"/>
                    <a:pt x="17499" y="7262"/>
                    <a:pt x="19573" y="4383"/>
                  </a:cubicBezTo>
                  <a:cubicBezTo>
                    <a:pt x="21210" y="2113"/>
                    <a:pt x="21032" y="57"/>
                    <a:pt x="17588" y="3"/>
                  </a:cubicBezTo>
                  <a:cubicBezTo>
                    <a:pt x="17487" y="2"/>
                    <a:pt x="17389" y="0"/>
                    <a:pt x="17292" y="0"/>
                  </a:cubicBezTo>
                  <a:close/>
                </a:path>
              </a:pathLst>
            </a:custGeom>
            <a:solidFill>
              <a:srgbClr val="BE1F8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44" name="Google Shape;466;p31"/>
            <p:cNvSpPr/>
            <p:nvPr/>
          </p:nvSpPr>
          <p:spPr>
            <a:xfrm>
              <a:off x="0" y="1723354"/>
              <a:ext cx="199650" cy="3132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12" h="21600" fill="norm" stroke="1" extrusionOk="0">
                  <a:moveTo>
                    <a:pt x="6812" y="0"/>
                  </a:moveTo>
                  <a:cubicBezTo>
                    <a:pt x="3246" y="0"/>
                    <a:pt x="154" y="461"/>
                    <a:pt x="57" y="1447"/>
                  </a:cubicBezTo>
                  <a:cubicBezTo>
                    <a:pt x="-395" y="5148"/>
                    <a:pt x="1964" y="14771"/>
                    <a:pt x="2309" y="16849"/>
                  </a:cubicBezTo>
                  <a:cubicBezTo>
                    <a:pt x="2643" y="18544"/>
                    <a:pt x="2191" y="19217"/>
                    <a:pt x="3656" y="20692"/>
                  </a:cubicBezTo>
                  <a:cubicBezTo>
                    <a:pt x="4388" y="21394"/>
                    <a:pt x="5422" y="21600"/>
                    <a:pt x="6607" y="21600"/>
                  </a:cubicBezTo>
                  <a:cubicBezTo>
                    <a:pt x="7793" y="21600"/>
                    <a:pt x="9107" y="21394"/>
                    <a:pt x="10410" y="21288"/>
                  </a:cubicBezTo>
                  <a:cubicBezTo>
                    <a:pt x="10777" y="21245"/>
                    <a:pt x="11143" y="21231"/>
                    <a:pt x="11509" y="21231"/>
                  </a:cubicBezTo>
                  <a:cubicBezTo>
                    <a:pt x="12630" y="21231"/>
                    <a:pt x="13696" y="21373"/>
                    <a:pt x="14569" y="21373"/>
                  </a:cubicBezTo>
                  <a:cubicBezTo>
                    <a:pt x="15581" y="21373"/>
                    <a:pt x="16325" y="21189"/>
                    <a:pt x="16583" y="20402"/>
                  </a:cubicBezTo>
                  <a:cubicBezTo>
                    <a:pt x="17262" y="18622"/>
                    <a:pt x="17036" y="17735"/>
                    <a:pt x="16583" y="15955"/>
                  </a:cubicBezTo>
                  <a:cubicBezTo>
                    <a:pt x="16734" y="15927"/>
                    <a:pt x="16885" y="15920"/>
                    <a:pt x="17036" y="15920"/>
                  </a:cubicBezTo>
                  <a:cubicBezTo>
                    <a:pt x="18856" y="15920"/>
                    <a:pt x="20300" y="17884"/>
                    <a:pt x="20300" y="17884"/>
                  </a:cubicBezTo>
                  <a:cubicBezTo>
                    <a:pt x="21205" y="16700"/>
                    <a:pt x="21205" y="13885"/>
                    <a:pt x="19632" y="12998"/>
                  </a:cubicBezTo>
                  <a:cubicBezTo>
                    <a:pt x="18953" y="12552"/>
                    <a:pt x="17715" y="11963"/>
                    <a:pt x="17036" y="11438"/>
                  </a:cubicBezTo>
                  <a:cubicBezTo>
                    <a:pt x="15237" y="10105"/>
                    <a:pt x="18609" y="3666"/>
                    <a:pt x="17488" y="2042"/>
                  </a:cubicBezTo>
                  <a:cubicBezTo>
                    <a:pt x="16486" y="723"/>
                    <a:pt x="11283" y="0"/>
                    <a:pt x="6812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45" name="Google Shape;467;p31"/>
            <p:cNvSpPr/>
            <p:nvPr/>
          </p:nvSpPr>
          <p:spPr>
            <a:xfrm>
              <a:off x="398402" y="518466"/>
              <a:ext cx="113528" cy="4751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30" h="21600" fill="norm" stroke="1" extrusionOk="0">
                  <a:moveTo>
                    <a:pt x="7380" y="0"/>
                  </a:moveTo>
                  <a:cubicBezTo>
                    <a:pt x="5140" y="0"/>
                    <a:pt x="2253" y="243"/>
                    <a:pt x="3567" y="425"/>
                  </a:cubicBezTo>
                  <a:cubicBezTo>
                    <a:pt x="18448" y="2525"/>
                    <a:pt x="18448" y="7209"/>
                    <a:pt x="14191" y="10870"/>
                  </a:cubicBezTo>
                  <a:cubicBezTo>
                    <a:pt x="10323" y="14386"/>
                    <a:pt x="5492" y="18047"/>
                    <a:pt x="87" y="21464"/>
                  </a:cubicBezTo>
                  <a:cubicBezTo>
                    <a:pt x="-61" y="21558"/>
                    <a:pt x="-5" y="21600"/>
                    <a:pt x="143" y="21600"/>
                  </a:cubicBezTo>
                  <a:cubicBezTo>
                    <a:pt x="383" y="21600"/>
                    <a:pt x="883" y="21492"/>
                    <a:pt x="1235" y="21315"/>
                  </a:cubicBezTo>
                  <a:cubicBezTo>
                    <a:pt x="8583" y="17070"/>
                    <a:pt x="17856" y="12581"/>
                    <a:pt x="20169" y="7892"/>
                  </a:cubicBezTo>
                  <a:cubicBezTo>
                    <a:pt x="21539" y="4867"/>
                    <a:pt x="17467" y="1403"/>
                    <a:pt x="9175" y="84"/>
                  </a:cubicBezTo>
                  <a:cubicBezTo>
                    <a:pt x="8749" y="23"/>
                    <a:pt x="8101" y="0"/>
                    <a:pt x="7380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</p:grpSp>
      <p:sp>
        <p:nvSpPr>
          <p:cNvPr id="547" name="Google Shape;468;p31"/>
          <p:cNvSpPr/>
          <p:nvPr/>
        </p:nvSpPr>
        <p:spPr>
          <a:xfrm>
            <a:off x="4338044" y="2086626"/>
            <a:ext cx="36515" cy="45052"/>
          </a:xfrm>
          <a:prstGeom prst="rect">
            <a:avLst/>
          </a:prstGeom>
          <a:solidFill>
            <a:srgbClr val="1F1F1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grpSp>
        <p:nvGrpSpPr>
          <p:cNvPr id="609" name="Google Shape;469;p31"/>
          <p:cNvGrpSpPr/>
          <p:nvPr/>
        </p:nvGrpSpPr>
        <p:grpSpPr>
          <a:xfrm>
            <a:off x="2654300" y="910517"/>
            <a:ext cx="2592597" cy="3692805"/>
            <a:chOff x="0" y="0"/>
            <a:chExt cx="2592596" cy="3692803"/>
          </a:xfrm>
        </p:grpSpPr>
        <p:sp>
          <p:nvSpPr>
            <p:cNvPr id="548" name="Google Shape;470;p31"/>
            <p:cNvSpPr/>
            <p:nvPr/>
          </p:nvSpPr>
          <p:spPr>
            <a:xfrm>
              <a:off x="1044129" y="513555"/>
              <a:ext cx="683324" cy="9774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35" h="21600" fill="norm" stroke="1" extrusionOk="0">
                  <a:moveTo>
                    <a:pt x="2142" y="0"/>
                  </a:moveTo>
                  <a:cubicBezTo>
                    <a:pt x="2142" y="0"/>
                    <a:pt x="-444" y="5101"/>
                    <a:pt x="67" y="6762"/>
                  </a:cubicBezTo>
                  <a:lnTo>
                    <a:pt x="2366" y="14449"/>
                  </a:lnTo>
                  <a:cubicBezTo>
                    <a:pt x="2877" y="16159"/>
                    <a:pt x="3483" y="17961"/>
                    <a:pt x="5179" y="19172"/>
                  </a:cubicBezTo>
                  <a:cubicBezTo>
                    <a:pt x="6167" y="19861"/>
                    <a:pt x="7447" y="20263"/>
                    <a:pt x="8757" y="20598"/>
                  </a:cubicBezTo>
                  <a:cubicBezTo>
                    <a:pt x="11398" y="21268"/>
                    <a:pt x="14211" y="21600"/>
                    <a:pt x="17018" y="21600"/>
                  </a:cubicBezTo>
                  <a:cubicBezTo>
                    <a:pt x="17673" y="21600"/>
                    <a:pt x="18328" y="21582"/>
                    <a:pt x="18983" y="21545"/>
                  </a:cubicBezTo>
                  <a:cubicBezTo>
                    <a:pt x="19332" y="21520"/>
                    <a:pt x="19717" y="21473"/>
                    <a:pt x="20036" y="21332"/>
                  </a:cubicBezTo>
                  <a:cubicBezTo>
                    <a:pt x="21156" y="20714"/>
                    <a:pt x="18756" y="19527"/>
                    <a:pt x="18919" y="18484"/>
                  </a:cubicBezTo>
                  <a:cubicBezTo>
                    <a:pt x="16617" y="18177"/>
                    <a:pt x="10385" y="17038"/>
                    <a:pt x="9684" y="15163"/>
                  </a:cubicBezTo>
                  <a:cubicBezTo>
                    <a:pt x="8723" y="12529"/>
                    <a:pt x="9268" y="9776"/>
                    <a:pt x="8438" y="7119"/>
                  </a:cubicBezTo>
                  <a:cubicBezTo>
                    <a:pt x="7636" y="4462"/>
                    <a:pt x="5307" y="1377"/>
                    <a:pt x="2142" y="0"/>
                  </a:cubicBezTo>
                  <a:close/>
                </a:path>
              </a:pathLst>
            </a:custGeom>
            <a:solidFill>
              <a:srgbClr val="BE1F8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49" name="Google Shape;471;p31"/>
            <p:cNvSpPr/>
            <p:nvPr/>
          </p:nvSpPr>
          <p:spPr>
            <a:xfrm>
              <a:off x="480733" y="1652365"/>
              <a:ext cx="716479" cy="17538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12" h="21600" fill="norm" stroke="1" extrusionOk="0">
                  <a:moveTo>
                    <a:pt x="3386" y="0"/>
                  </a:moveTo>
                  <a:cubicBezTo>
                    <a:pt x="1841" y="0"/>
                    <a:pt x="614" y="51"/>
                    <a:pt x="466" y="217"/>
                  </a:cubicBezTo>
                  <a:cubicBezTo>
                    <a:pt x="-448" y="1262"/>
                    <a:pt x="243" y="3695"/>
                    <a:pt x="369" y="4237"/>
                  </a:cubicBezTo>
                  <a:cubicBezTo>
                    <a:pt x="1127" y="6934"/>
                    <a:pt x="1283" y="9063"/>
                    <a:pt x="1440" y="10716"/>
                  </a:cubicBezTo>
                  <a:cubicBezTo>
                    <a:pt x="1660" y="13123"/>
                    <a:pt x="1817" y="17421"/>
                    <a:pt x="2888" y="21296"/>
                  </a:cubicBezTo>
                  <a:cubicBezTo>
                    <a:pt x="2939" y="21476"/>
                    <a:pt x="4954" y="21513"/>
                    <a:pt x="6417" y="21513"/>
                  </a:cubicBezTo>
                  <a:cubicBezTo>
                    <a:pt x="6776" y="21513"/>
                    <a:pt x="7105" y="21510"/>
                    <a:pt x="7361" y="21508"/>
                  </a:cubicBezTo>
                  <a:cubicBezTo>
                    <a:pt x="10227" y="14010"/>
                    <a:pt x="10477" y="10928"/>
                    <a:pt x="11424" y="4383"/>
                  </a:cubicBezTo>
                  <a:cubicBezTo>
                    <a:pt x="12242" y="9474"/>
                    <a:pt x="12178" y="14698"/>
                    <a:pt x="13880" y="21415"/>
                  </a:cubicBezTo>
                  <a:cubicBezTo>
                    <a:pt x="13913" y="21547"/>
                    <a:pt x="14275" y="21600"/>
                    <a:pt x="14788" y="21600"/>
                  </a:cubicBezTo>
                  <a:cubicBezTo>
                    <a:pt x="16163" y="21600"/>
                    <a:pt x="18618" y="21216"/>
                    <a:pt x="18667" y="20965"/>
                  </a:cubicBezTo>
                  <a:cubicBezTo>
                    <a:pt x="19107" y="18307"/>
                    <a:pt x="20051" y="15107"/>
                    <a:pt x="20208" y="14010"/>
                  </a:cubicBezTo>
                  <a:cubicBezTo>
                    <a:pt x="20775" y="10347"/>
                    <a:pt x="21152" y="4634"/>
                    <a:pt x="20962" y="99"/>
                  </a:cubicBezTo>
                  <a:cubicBezTo>
                    <a:pt x="17469" y="99"/>
                    <a:pt x="13469" y="111"/>
                    <a:pt x="9973" y="111"/>
                  </a:cubicBezTo>
                  <a:cubicBezTo>
                    <a:pt x="9937" y="111"/>
                    <a:pt x="9901" y="111"/>
                    <a:pt x="9859" y="111"/>
                  </a:cubicBezTo>
                  <a:cubicBezTo>
                    <a:pt x="8692" y="111"/>
                    <a:pt x="5690" y="0"/>
                    <a:pt x="3386" y="0"/>
                  </a:cubicBezTo>
                  <a:close/>
                </a:path>
              </a:pathLst>
            </a:custGeom>
            <a:solidFill>
              <a:srgbClr val="BE1F8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50" name="Google Shape;472;p31"/>
            <p:cNvSpPr/>
            <p:nvPr/>
          </p:nvSpPr>
          <p:spPr>
            <a:xfrm>
              <a:off x="540536" y="3153226"/>
              <a:ext cx="394668" cy="5395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9" h="21600" fill="norm" stroke="1" extrusionOk="0">
                  <a:moveTo>
                    <a:pt x="2597" y="0"/>
                  </a:moveTo>
                  <a:cubicBezTo>
                    <a:pt x="1663" y="0"/>
                    <a:pt x="784" y="8"/>
                    <a:pt x="0" y="25"/>
                  </a:cubicBezTo>
                  <a:cubicBezTo>
                    <a:pt x="178" y="4410"/>
                    <a:pt x="1046" y="10429"/>
                    <a:pt x="929" y="14469"/>
                  </a:cubicBezTo>
                  <a:cubicBezTo>
                    <a:pt x="929" y="14728"/>
                    <a:pt x="234" y="17907"/>
                    <a:pt x="412" y="18125"/>
                  </a:cubicBezTo>
                  <a:cubicBezTo>
                    <a:pt x="762" y="18681"/>
                    <a:pt x="10800" y="21600"/>
                    <a:pt x="16912" y="21600"/>
                  </a:cubicBezTo>
                  <a:cubicBezTo>
                    <a:pt x="18825" y="21600"/>
                    <a:pt x="20360" y="21312"/>
                    <a:pt x="21077" y="20575"/>
                  </a:cubicBezTo>
                  <a:cubicBezTo>
                    <a:pt x="21600" y="20056"/>
                    <a:pt x="21600" y="17651"/>
                    <a:pt x="18580" y="16490"/>
                  </a:cubicBezTo>
                  <a:cubicBezTo>
                    <a:pt x="16723" y="15803"/>
                    <a:pt x="14810" y="15202"/>
                    <a:pt x="12952" y="14555"/>
                  </a:cubicBezTo>
                  <a:cubicBezTo>
                    <a:pt x="12541" y="14427"/>
                    <a:pt x="12140" y="14296"/>
                    <a:pt x="11907" y="13999"/>
                  </a:cubicBezTo>
                  <a:cubicBezTo>
                    <a:pt x="11673" y="13740"/>
                    <a:pt x="11673" y="13439"/>
                    <a:pt x="11673" y="13139"/>
                  </a:cubicBezTo>
                  <a:cubicBezTo>
                    <a:pt x="11673" y="10516"/>
                    <a:pt x="12835" y="2862"/>
                    <a:pt x="12835" y="243"/>
                  </a:cubicBezTo>
                  <a:cubicBezTo>
                    <a:pt x="10016" y="107"/>
                    <a:pt x="5956" y="0"/>
                    <a:pt x="2597" y="0"/>
                  </a:cubicBez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51" name="Google Shape;473;p31"/>
            <p:cNvSpPr/>
            <p:nvPr/>
          </p:nvSpPr>
          <p:spPr>
            <a:xfrm>
              <a:off x="921819" y="3145511"/>
              <a:ext cx="410161" cy="4740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42" h="21600" fill="norm" stroke="1" extrusionOk="0">
                  <a:moveTo>
                    <a:pt x="2353" y="0"/>
                  </a:moveTo>
                  <a:cubicBezTo>
                    <a:pt x="1528" y="0"/>
                    <a:pt x="735" y="9"/>
                    <a:pt x="0" y="42"/>
                  </a:cubicBezTo>
                  <a:cubicBezTo>
                    <a:pt x="215" y="3857"/>
                    <a:pt x="1098" y="14031"/>
                    <a:pt x="1098" y="15156"/>
                  </a:cubicBezTo>
                  <a:cubicBezTo>
                    <a:pt x="1098" y="15550"/>
                    <a:pt x="436" y="19660"/>
                    <a:pt x="656" y="20002"/>
                  </a:cubicBezTo>
                  <a:cubicBezTo>
                    <a:pt x="1040" y="20635"/>
                    <a:pt x="2132" y="20930"/>
                    <a:pt x="2904" y="21028"/>
                  </a:cubicBezTo>
                  <a:cubicBezTo>
                    <a:pt x="6066" y="21389"/>
                    <a:pt x="10109" y="21600"/>
                    <a:pt x="13560" y="21600"/>
                  </a:cubicBezTo>
                  <a:cubicBezTo>
                    <a:pt x="17105" y="21600"/>
                    <a:pt x="20025" y="21380"/>
                    <a:pt x="20723" y="20883"/>
                  </a:cubicBezTo>
                  <a:cubicBezTo>
                    <a:pt x="21600" y="19168"/>
                    <a:pt x="19678" y="16970"/>
                    <a:pt x="17924" y="16234"/>
                  </a:cubicBezTo>
                  <a:cubicBezTo>
                    <a:pt x="16007" y="15451"/>
                    <a:pt x="10965" y="15156"/>
                    <a:pt x="10687" y="14720"/>
                  </a:cubicBezTo>
                  <a:cubicBezTo>
                    <a:pt x="10524" y="14472"/>
                    <a:pt x="11842" y="42"/>
                    <a:pt x="11622" y="42"/>
                  </a:cubicBezTo>
                  <a:cubicBezTo>
                    <a:pt x="10887" y="70"/>
                    <a:pt x="10104" y="84"/>
                    <a:pt x="9290" y="84"/>
                  </a:cubicBezTo>
                  <a:cubicBezTo>
                    <a:pt x="7048" y="84"/>
                    <a:pt x="4579" y="0"/>
                    <a:pt x="2353" y="0"/>
                  </a:cubicBez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52" name="Google Shape;474;p31"/>
            <p:cNvSpPr/>
            <p:nvPr/>
          </p:nvSpPr>
          <p:spPr>
            <a:xfrm>
              <a:off x="386987" y="486915"/>
              <a:ext cx="808531" cy="12060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59" h="21600" fill="norm" stroke="1" extrusionOk="0">
                  <a:moveTo>
                    <a:pt x="8287" y="0"/>
                  </a:moveTo>
                  <a:cubicBezTo>
                    <a:pt x="7935" y="0"/>
                    <a:pt x="7580" y="6"/>
                    <a:pt x="7220" y="17"/>
                  </a:cubicBezTo>
                  <a:cubicBezTo>
                    <a:pt x="5192" y="53"/>
                    <a:pt x="3379" y="227"/>
                    <a:pt x="1056" y="707"/>
                  </a:cubicBezTo>
                  <a:cubicBezTo>
                    <a:pt x="137" y="881"/>
                    <a:pt x="543" y="2247"/>
                    <a:pt x="352" y="2920"/>
                  </a:cubicBezTo>
                  <a:cubicBezTo>
                    <a:pt x="-1241" y="8630"/>
                    <a:pt x="3110" y="15379"/>
                    <a:pt x="2760" y="21187"/>
                  </a:cubicBezTo>
                  <a:cubicBezTo>
                    <a:pt x="2745" y="21410"/>
                    <a:pt x="6301" y="21600"/>
                    <a:pt x="10362" y="21600"/>
                  </a:cubicBezTo>
                  <a:cubicBezTo>
                    <a:pt x="14037" y="21600"/>
                    <a:pt x="18126" y="21443"/>
                    <a:pt x="20359" y="21016"/>
                  </a:cubicBezTo>
                  <a:cubicBezTo>
                    <a:pt x="20118" y="14939"/>
                    <a:pt x="20035" y="12438"/>
                    <a:pt x="20227" y="7477"/>
                  </a:cubicBezTo>
                  <a:cubicBezTo>
                    <a:pt x="20307" y="5592"/>
                    <a:pt x="18629" y="612"/>
                    <a:pt x="18360" y="477"/>
                  </a:cubicBezTo>
                  <a:cubicBezTo>
                    <a:pt x="18082" y="350"/>
                    <a:pt x="16482" y="107"/>
                    <a:pt x="16008" y="107"/>
                  </a:cubicBezTo>
                  <a:cubicBezTo>
                    <a:pt x="15974" y="107"/>
                    <a:pt x="15948" y="109"/>
                    <a:pt x="15925" y="111"/>
                  </a:cubicBezTo>
                  <a:cubicBezTo>
                    <a:pt x="15379" y="157"/>
                    <a:pt x="14817" y="173"/>
                    <a:pt x="14242" y="173"/>
                  </a:cubicBezTo>
                  <a:cubicBezTo>
                    <a:pt x="12416" y="173"/>
                    <a:pt x="10442" y="0"/>
                    <a:pt x="8287" y="0"/>
                  </a:cubicBezTo>
                  <a:close/>
                </a:path>
              </a:pathLst>
            </a:custGeom>
            <a:solidFill>
              <a:srgbClr val="A3137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53" name="Google Shape;475;p31"/>
            <p:cNvSpPr/>
            <p:nvPr/>
          </p:nvSpPr>
          <p:spPr>
            <a:xfrm>
              <a:off x="849770" y="611473"/>
              <a:ext cx="49487" cy="13970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7644" h="21600" fill="norm" stroke="1" extrusionOk="0">
                  <a:moveTo>
                    <a:pt x="2402" y="0"/>
                  </a:moveTo>
                  <a:cubicBezTo>
                    <a:pt x="1082" y="0"/>
                    <a:pt x="-165" y="38"/>
                    <a:pt x="18" y="113"/>
                  </a:cubicBezTo>
                  <a:cubicBezTo>
                    <a:pt x="10727" y="7251"/>
                    <a:pt x="13037" y="13841"/>
                    <a:pt x="4236" y="20980"/>
                  </a:cubicBezTo>
                  <a:cubicBezTo>
                    <a:pt x="4236" y="21080"/>
                    <a:pt x="5373" y="21511"/>
                    <a:pt x="7316" y="21595"/>
                  </a:cubicBezTo>
                  <a:cubicBezTo>
                    <a:pt x="7353" y="21598"/>
                    <a:pt x="7426" y="21600"/>
                    <a:pt x="7500" y="21600"/>
                  </a:cubicBezTo>
                  <a:cubicBezTo>
                    <a:pt x="8710" y="21600"/>
                    <a:pt x="11130" y="21059"/>
                    <a:pt x="11130" y="20964"/>
                  </a:cubicBezTo>
                  <a:cubicBezTo>
                    <a:pt x="19931" y="13841"/>
                    <a:pt x="21435" y="7201"/>
                    <a:pt x="5373" y="113"/>
                  </a:cubicBezTo>
                  <a:cubicBezTo>
                    <a:pt x="5189" y="38"/>
                    <a:pt x="3759" y="0"/>
                    <a:pt x="2402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54" name="Google Shape;476;p31"/>
            <p:cNvSpPr/>
            <p:nvPr/>
          </p:nvSpPr>
          <p:spPr>
            <a:xfrm>
              <a:off x="491546" y="1650617"/>
              <a:ext cx="710219" cy="576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91" h="21600" fill="norm" stroke="1" extrusionOk="0">
                  <a:moveTo>
                    <a:pt x="21320" y="0"/>
                  </a:moveTo>
                  <a:cubicBezTo>
                    <a:pt x="21314" y="0"/>
                    <a:pt x="21308" y="0"/>
                    <a:pt x="21302" y="0"/>
                  </a:cubicBezTo>
                  <a:cubicBezTo>
                    <a:pt x="17950" y="6904"/>
                    <a:pt x="13611" y="12266"/>
                    <a:pt x="9195" y="12266"/>
                  </a:cubicBezTo>
                  <a:cubicBezTo>
                    <a:pt x="6126" y="12266"/>
                    <a:pt x="3023" y="9681"/>
                    <a:pt x="184" y="3240"/>
                  </a:cubicBezTo>
                  <a:cubicBezTo>
                    <a:pt x="88" y="3240"/>
                    <a:pt x="22" y="4821"/>
                    <a:pt x="22" y="6441"/>
                  </a:cubicBezTo>
                  <a:cubicBezTo>
                    <a:pt x="-43" y="9296"/>
                    <a:pt x="53" y="10491"/>
                    <a:pt x="53" y="10491"/>
                  </a:cubicBezTo>
                  <a:cubicBezTo>
                    <a:pt x="4012" y="18553"/>
                    <a:pt x="7084" y="21600"/>
                    <a:pt x="9770" y="21600"/>
                  </a:cubicBezTo>
                  <a:cubicBezTo>
                    <a:pt x="13919" y="21600"/>
                    <a:pt x="17156" y="14349"/>
                    <a:pt x="21336" y="7251"/>
                  </a:cubicBezTo>
                  <a:cubicBezTo>
                    <a:pt x="21557" y="6866"/>
                    <a:pt x="21532" y="0"/>
                    <a:pt x="21320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55" name="Google Shape;477;p31"/>
            <p:cNvSpPr/>
            <p:nvPr/>
          </p:nvSpPr>
          <p:spPr>
            <a:xfrm>
              <a:off x="1105054" y="507075"/>
              <a:ext cx="86924" cy="4585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34" h="21600" fill="norm" stroke="1" extrusionOk="0">
                  <a:moveTo>
                    <a:pt x="339" y="0"/>
                  </a:moveTo>
                  <a:cubicBezTo>
                    <a:pt x="36" y="0"/>
                    <a:pt x="-81" y="34"/>
                    <a:pt x="59" y="102"/>
                  </a:cubicBezTo>
                  <a:cubicBezTo>
                    <a:pt x="13486" y="6929"/>
                    <a:pt x="17129" y="14167"/>
                    <a:pt x="18857" y="21397"/>
                  </a:cubicBezTo>
                  <a:cubicBezTo>
                    <a:pt x="18904" y="21542"/>
                    <a:pt x="18950" y="21600"/>
                    <a:pt x="18997" y="21600"/>
                  </a:cubicBezTo>
                  <a:cubicBezTo>
                    <a:pt x="19090" y="21600"/>
                    <a:pt x="19161" y="21101"/>
                    <a:pt x="19347" y="20689"/>
                  </a:cubicBezTo>
                  <a:cubicBezTo>
                    <a:pt x="21519" y="13605"/>
                    <a:pt x="14210" y="4555"/>
                    <a:pt x="6177" y="761"/>
                  </a:cubicBezTo>
                  <a:cubicBezTo>
                    <a:pt x="5407" y="480"/>
                    <a:pt x="1507" y="0"/>
                    <a:pt x="339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56" name="Google Shape;478;p31"/>
            <p:cNvSpPr/>
            <p:nvPr/>
          </p:nvSpPr>
          <p:spPr>
            <a:xfrm>
              <a:off x="523405" y="1333720"/>
              <a:ext cx="197307" cy="371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63" h="21600" fill="norm" stroke="1" extrusionOk="0">
                  <a:moveTo>
                    <a:pt x="11208" y="0"/>
                  </a:moveTo>
                  <a:cubicBezTo>
                    <a:pt x="7832" y="0"/>
                    <a:pt x="4412" y="1855"/>
                    <a:pt x="1346" y="3231"/>
                  </a:cubicBezTo>
                  <a:cubicBezTo>
                    <a:pt x="-412" y="3829"/>
                    <a:pt x="-444" y="18249"/>
                    <a:pt x="1228" y="18249"/>
                  </a:cubicBezTo>
                  <a:cubicBezTo>
                    <a:pt x="1271" y="18249"/>
                    <a:pt x="1303" y="18189"/>
                    <a:pt x="1346" y="18189"/>
                  </a:cubicBezTo>
                  <a:cubicBezTo>
                    <a:pt x="1614" y="18189"/>
                    <a:pt x="1893" y="18189"/>
                    <a:pt x="2172" y="18189"/>
                  </a:cubicBezTo>
                  <a:cubicBezTo>
                    <a:pt x="6631" y="18189"/>
                    <a:pt x="11208" y="21600"/>
                    <a:pt x="15603" y="21600"/>
                  </a:cubicBezTo>
                  <a:cubicBezTo>
                    <a:pt x="16804" y="21600"/>
                    <a:pt x="17983" y="21361"/>
                    <a:pt x="19141" y="20702"/>
                  </a:cubicBezTo>
                  <a:cubicBezTo>
                    <a:pt x="20706" y="19446"/>
                    <a:pt x="21156" y="8197"/>
                    <a:pt x="19591" y="5684"/>
                  </a:cubicBezTo>
                  <a:cubicBezTo>
                    <a:pt x="16997" y="1376"/>
                    <a:pt x="14124" y="0"/>
                    <a:pt x="11208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57" name="Google Shape;479;p31"/>
            <p:cNvSpPr/>
            <p:nvPr/>
          </p:nvSpPr>
          <p:spPr>
            <a:xfrm>
              <a:off x="529425" y="1415593"/>
              <a:ext cx="150399" cy="369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89" h="21600" fill="norm" stroke="1" extrusionOk="0">
                  <a:moveTo>
                    <a:pt x="10463" y="0"/>
                  </a:moveTo>
                  <a:cubicBezTo>
                    <a:pt x="7351" y="0"/>
                    <a:pt x="4239" y="1625"/>
                    <a:pt x="1817" y="3069"/>
                  </a:cubicBezTo>
                  <a:cubicBezTo>
                    <a:pt x="-534" y="4332"/>
                    <a:pt x="-675" y="18772"/>
                    <a:pt x="1817" y="18772"/>
                  </a:cubicBezTo>
                  <a:cubicBezTo>
                    <a:pt x="4915" y="18772"/>
                    <a:pt x="7999" y="18772"/>
                    <a:pt x="11223" y="20036"/>
                  </a:cubicBezTo>
                  <a:cubicBezTo>
                    <a:pt x="12997" y="20457"/>
                    <a:pt x="14772" y="21600"/>
                    <a:pt x="16532" y="21600"/>
                  </a:cubicBezTo>
                  <a:cubicBezTo>
                    <a:pt x="17560" y="21600"/>
                    <a:pt x="18588" y="21179"/>
                    <a:pt x="19615" y="20036"/>
                  </a:cubicBezTo>
                  <a:cubicBezTo>
                    <a:pt x="20784" y="18772"/>
                    <a:pt x="20925" y="11251"/>
                    <a:pt x="19911" y="8724"/>
                  </a:cubicBezTo>
                  <a:cubicBezTo>
                    <a:pt x="17475" y="2046"/>
                    <a:pt x="13983" y="0"/>
                    <a:pt x="10463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58" name="Google Shape;480;p31"/>
            <p:cNvSpPr/>
            <p:nvPr/>
          </p:nvSpPr>
          <p:spPr>
            <a:xfrm>
              <a:off x="540426" y="1488106"/>
              <a:ext cx="90290" cy="411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368" h="21600" fill="norm" stroke="1" extrusionOk="0">
                  <a:moveTo>
                    <a:pt x="3355" y="0"/>
                  </a:moveTo>
                  <a:cubicBezTo>
                    <a:pt x="-197" y="0"/>
                    <a:pt x="-1521" y="13338"/>
                    <a:pt x="2340" y="15444"/>
                  </a:cubicBezTo>
                  <a:cubicBezTo>
                    <a:pt x="4877" y="16578"/>
                    <a:pt x="7635" y="18252"/>
                    <a:pt x="10173" y="19386"/>
                  </a:cubicBezTo>
                  <a:cubicBezTo>
                    <a:pt x="11673" y="20466"/>
                    <a:pt x="13283" y="21600"/>
                    <a:pt x="14938" y="21600"/>
                  </a:cubicBezTo>
                  <a:cubicBezTo>
                    <a:pt x="15799" y="21600"/>
                    <a:pt x="16659" y="21276"/>
                    <a:pt x="17542" y="20520"/>
                  </a:cubicBezTo>
                  <a:cubicBezTo>
                    <a:pt x="19152" y="18792"/>
                    <a:pt x="20079" y="13770"/>
                    <a:pt x="18689" y="9774"/>
                  </a:cubicBezTo>
                  <a:cubicBezTo>
                    <a:pt x="16858" y="5292"/>
                    <a:pt x="14320" y="4752"/>
                    <a:pt x="12004" y="3618"/>
                  </a:cubicBezTo>
                  <a:cubicBezTo>
                    <a:pt x="9246" y="2484"/>
                    <a:pt x="6709" y="1350"/>
                    <a:pt x="4171" y="216"/>
                  </a:cubicBezTo>
                  <a:cubicBezTo>
                    <a:pt x="3885" y="54"/>
                    <a:pt x="3620" y="0"/>
                    <a:pt x="3355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59" name="Google Shape;481;p31"/>
            <p:cNvSpPr/>
            <p:nvPr/>
          </p:nvSpPr>
          <p:spPr>
            <a:xfrm>
              <a:off x="559646" y="1545293"/>
              <a:ext cx="77432" cy="350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358" h="21600" fill="norm" stroke="1" extrusionOk="0">
                  <a:moveTo>
                    <a:pt x="3143" y="0"/>
                  </a:moveTo>
                  <a:cubicBezTo>
                    <a:pt x="-534" y="0"/>
                    <a:pt x="-1383" y="16659"/>
                    <a:pt x="2757" y="17926"/>
                  </a:cubicBezTo>
                  <a:cubicBezTo>
                    <a:pt x="6126" y="19383"/>
                    <a:pt x="9751" y="21600"/>
                    <a:pt x="13377" y="21600"/>
                  </a:cubicBezTo>
                  <a:cubicBezTo>
                    <a:pt x="14663" y="21600"/>
                    <a:pt x="15974" y="21283"/>
                    <a:pt x="17234" y="20587"/>
                  </a:cubicBezTo>
                  <a:cubicBezTo>
                    <a:pt x="19677" y="19256"/>
                    <a:pt x="20217" y="9311"/>
                    <a:pt x="17774" y="6651"/>
                  </a:cubicBezTo>
                  <a:cubicBezTo>
                    <a:pt x="13480" y="1394"/>
                    <a:pt x="8388" y="1394"/>
                    <a:pt x="3554" y="63"/>
                  </a:cubicBezTo>
                  <a:cubicBezTo>
                    <a:pt x="3426" y="0"/>
                    <a:pt x="3271" y="0"/>
                    <a:pt x="3143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60" name="Google Shape;482;p31"/>
            <p:cNvSpPr/>
            <p:nvPr/>
          </p:nvSpPr>
          <p:spPr>
            <a:xfrm>
              <a:off x="516956" y="1253905"/>
              <a:ext cx="86760" cy="304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044" h="21600" fill="norm" stroke="1" extrusionOk="0">
                  <a:moveTo>
                    <a:pt x="11602" y="0"/>
                  </a:moveTo>
                  <a:cubicBezTo>
                    <a:pt x="8703" y="0"/>
                    <a:pt x="5709" y="1095"/>
                    <a:pt x="2976" y="1095"/>
                  </a:cubicBezTo>
                  <a:cubicBezTo>
                    <a:pt x="-992" y="1897"/>
                    <a:pt x="-992" y="20214"/>
                    <a:pt x="2976" y="20214"/>
                  </a:cubicBezTo>
                  <a:cubicBezTo>
                    <a:pt x="5590" y="20578"/>
                    <a:pt x="8394" y="21600"/>
                    <a:pt x="11174" y="21600"/>
                  </a:cubicBezTo>
                  <a:cubicBezTo>
                    <a:pt x="13669" y="21600"/>
                    <a:pt x="16117" y="20797"/>
                    <a:pt x="18351" y="17878"/>
                  </a:cubicBezTo>
                  <a:cubicBezTo>
                    <a:pt x="20608" y="15616"/>
                    <a:pt x="20608" y="6495"/>
                    <a:pt x="18351" y="3430"/>
                  </a:cubicBezTo>
                  <a:cubicBezTo>
                    <a:pt x="16259" y="730"/>
                    <a:pt x="13955" y="0"/>
                    <a:pt x="11602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61" name="Google Shape;483;p31"/>
            <p:cNvSpPr/>
            <p:nvPr/>
          </p:nvSpPr>
          <p:spPr>
            <a:xfrm>
              <a:off x="515062" y="533714"/>
              <a:ext cx="231944" cy="1398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22" h="21600" fill="norm" stroke="1" extrusionOk="0">
                  <a:moveTo>
                    <a:pt x="790" y="0"/>
                  </a:moveTo>
                  <a:cubicBezTo>
                    <a:pt x="174" y="0"/>
                    <a:pt x="-329" y="1286"/>
                    <a:pt x="268" y="2192"/>
                  </a:cubicBezTo>
                  <a:cubicBezTo>
                    <a:pt x="5619" y="10149"/>
                    <a:pt x="12927" y="20107"/>
                    <a:pt x="20218" y="21584"/>
                  </a:cubicBezTo>
                  <a:cubicBezTo>
                    <a:pt x="20255" y="21600"/>
                    <a:pt x="20283" y="21600"/>
                    <a:pt x="20320" y="21600"/>
                  </a:cubicBezTo>
                  <a:cubicBezTo>
                    <a:pt x="21113" y="21600"/>
                    <a:pt x="21271" y="19567"/>
                    <a:pt x="20609" y="18932"/>
                  </a:cubicBezTo>
                  <a:cubicBezTo>
                    <a:pt x="17691" y="15787"/>
                    <a:pt x="14093" y="14294"/>
                    <a:pt x="10979" y="11483"/>
                  </a:cubicBezTo>
                  <a:cubicBezTo>
                    <a:pt x="7567" y="8322"/>
                    <a:pt x="4360" y="4511"/>
                    <a:pt x="1340" y="365"/>
                  </a:cubicBezTo>
                  <a:cubicBezTo>
                    <a:pt x="1163" y="111"/>
                    <a:pt x="976" y="0"/>
                    <a:pt x="790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62" name="Google Shape;484;p31"/>
            <p:cNvSpPr/>
            <p:nvPr/>
          </p:nvSpPr>
          <p:spPr>
            <a:xfrm>
              <a:off x="539397" y="618672"/>
              <a:ext cx="137479" cy="796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76" h="21600" fill="norm" stroke="1" extrusionOk="0">
                  <a:moveTo>
                    <a:pt x="1395" y="0"/>
                  </a:moveTo>
                  <a:cubicBezTo>
                    <a:pt x="185" y="0"/>
                    <a:pt x="-642" y="3656"/>
                    <a:pt x="660" y="5553"/>
                  </a:cubicBezTo>
                  <a:cubicBezTo>
                    <a:pt x="5930" y="12558"/>
                    <a:pt x="12502" y="20428"/>
                    <a:pt x="19212" y="21600"/>
                  </a:cubicBezTo>
                  <a:cubicBezTo>
                    <a:pt x="20498" y="21600"/>
                    <a:pt x="20958" y="18363"/>
                    <a:pt x="19855" y="17219"/>
                  </a:cubicBezTo>
                  <a:cubicBezTo>
                    <a:pt x="16975" y="14288"/>
                    <a:pt x="13773" y="12558"/>
                    <a:pt x="10893" y="9628"/>
                  </a:cubicBezTo>
                  <a:cubicBezTo>
                    <a:pt x="7845" y="7033"/>
                    <a:pt x="4965" y="4102"/>
                    <a:pt x="2253" y="614"/>
                  </a:cubicBezTo>
                  <a:cubicBezTo>
                    <a:pt x="1962" y="195"/>
                    <a:pt x="1671" y="0"/>
                    <a:pt x="1395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63" name="Google Shape;485;p31"/>
            <p:cNvSpPr/>
            <p:nvPr/>
          </p:nvSpPr>
          <p:spPr>
            <a:xfrm>
              <a:off x="567774" y="707128"/>
              <a:ext cx="85710" cy="416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93" h="21600" fill="norm" stroke="1" extrusionOk="0">
                  <a:moveTo>
                    <a:pt x="2604" y="0"/>
                  </a:moveTo>
                  <a:cubicBezTo>
                    <a:pt x="-303" y="0"/>
                    <a:pt x="-1201" y="10667"/>
                    <a:pt x="2131" y="13227"/>
                  </a:cubicBezTo>
                  <a:cubicBezTo>
                    <a:pt x="6598" y="16373"/>
                    <a:pt x="11939" y="21600"/>
                    <a:pt x="16712" y="21600"/>
                  </a:cubicBezTo>
                  <a:cubicBezTo>
                    <a:pt x="16949" y="21600"/>
                    <a:pt x="17185" y="21547"/>
                    <a:pt x="17421" y="21547"/>
                  </a:cubicBezTo>
                  <a:cubicBezTo>
                    <a:pt x="19903" y="21013"/>
                    <a:pt x="20399" y="14880"/>
                    <a:pt x="18674" y="11520"/>
                  </a:cubicBezTo>
                  <a:cubicBezTo>
                    <a:pt x="14727" y="4853"/>
                    <a:pt x="8323" y="3200"/>
                    <a:pt x="3620" y="373"/>
                  </a:cubicBezTo>
                  <a:cubicBezTo>
                    <a:pt x="3266" y="107"/>
                    <a:pt x="2935" y="0"/>
                    <a:pt x="2604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64" name="Google Shape;486;p31"/>
            <p:cNvSpPr/>
            <p:nvPr/>
          </p:nvSpPr>
          <p:spPr>
            <a:xfrm>
              <a:off x="929354" y="632455"/>
              <a:ext cx="83788" cy="370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018" h="21600" fill="norm" stroke="1" extrusionOk="0">
                  <a:moveTo>
                    <a:pt x="14787" y="0"/>
                  </a:moveTo>
                  <a:cubicBezTo>
                    <a:pt x="10610" y="0"/>
                    <a:pt x="6039" y="4860"/>
                    <a:pt x="2034" y="7680"/>
                  </a:cubicBezTo>
                  <a:cubicBezTo>
                    <a:pt x="-1333" y="9420"/>
                    <a:pt x="-203" y="21600"/>
                    <a:pt x="3115" y="21600"/>
                  </a:cubicBezTo>
                  <a:cubicBezTo>
                    <a:pt x="3361" y="21600"/>
                    <a:pt x="3582" y="21540"/>
                    <a:pt x="3827" y="21420"/>
                  </a:cubicBezTo>
                  <a:cubicBezTo>
                    <a:pt x="8693" y="19620"/>
                    <a:pt x="15893" y="19620"/>
                    <a:pt x="19481" y="9540"/>
                  </a:cubicBezTo>
                  <a:cubicBezTo>
                    <a:pt x="20267" y="7680"/>
                    <a:pt x="20267" y="3300"/>
                    <a:pt x="18965" y="2040"/>
                  </a:cubicBezTo>
                  <a:cubicBezTo>
                    <a:pt x="17638" y="600"/>
                    <a:pt x="16237" y="0"/>
                    <a:pt x="14787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65" name="Google Shape;487;p31"/>
            <p:cNvSpPr/>
            <p:nvPr/>
          </p:nvSpPr>
          <p:spPr>
            <a:xfrm>
              <a:off x="924494" y="724922"/>
              <a:ext cx="58988" cy="258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42" h="21600" fill="norm" stroke="1" extrusionOk="0">
                  <a:moveTo>
                    <a:pt x="13171" y="0"/>
                  </a:moveTo>
                  <a:cubicBezTo>
                    <a:pt x="12293" y="0"/>
                    <a:pt x="11380" y="86"/>
                    <a:pt x="10431" y="86"/>
                  </a:cubicBezTo>
                  <a:cubicBezTo>
                    <a:pt x="7867" y="1033"/>
                    <a:pt x="5304" y="1033"/>
                    <a:pt x="2740" y="1893"/>
                  </a:cubicBezTo>
                  <a:cubicBezTo>
                    <a:pt x="-913" y="4647"/>
                    <a:pt x="-913" y="17211"/>
                    <a:pt x="2740" y="19018"/>
                  </a:cubicBezTo>
                  <a:cubicBezTo>
                    <a:pt x="5304" y="20825"/>
                    <a:pt x="7867" y="20825"/>
                    <a:pt x="10431" y="20825"/>
                  </a:cubicBezTo>
                  <a:cubicBezTo>
                    <a:pt x="11731" y="21170"/>
                    <a:pt x="12995" y="21600"/>
                    <a:pt x="14189" y="21600"/>
                  </a:cubicBezTo>
                  <a:cubicBezTo>
                    <a:pt x="15665" y="21600"/>
                    <a:pt x="17105" y="20998"/>
                    <a:pt x="18509" y="19018"/>
                  </a:cubicBezTo>
                  <a:cubicBezTo>
                    <a:pt x="20687" y="14457"/>
                    <a:pt x="20687" y="6454"/>
                    <a:pt x="18509" y="2840"/>
                  </a:cubicBezTo>
                  <a:cubicBezTo>
                    <a:pt x="16788" y="430"/>
                    <a:pt x="15032" y="0"/>
                    <a:pt x="13171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66" name="Google Shape;488;p31"/>
            <p:cNvSpPr/>
            <p:nvPr/>
          </p:nvSpPr>
          <p:spPr>
            <a:xfrm>
              <a:off x="928274" y="806691"/>
              <a:ext cx="60865" cy="268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097" h="21600" fill="norm" stroke="1" extrusionOk="0">
                  <a:moveTo>
                    <a:pt x="4254" y="0"/>
                  </a:moveTo>
                  <a:cubicBezTo>
                    <a:pt x="-1418" y="0"/>
                    <a:pt x="-1418" y="21600"/>
                    <a:pt x="4254" y="21600"/>
                  </a:cubicBezTo>
                  <a:lnTo>
                    <a:pt x="12371" y="21600"/>
                  </a:lnTo>
                  <a:cubicBezTo>
                    <a:pt x="15224" y="21600"/>
                    <a:pt x="18042" y="21600"/>
                    <a:pt x="19842" y="14731"/>
                  </a:cubicBezTo>
                  <a:cubicBezTo>
                    <a:pt x="20182" y="12083"/>
                    <a:pt x="20182" y="9517"/>
                    <a:pt x="19842" y="6869"/>
                  </a:cubicBezTo>
                  <a:cubicBezTo>
                    <a:pt x="18042" y="0"/>
                    <a:pt x="15224" y="0"/>
                    <a:pt x="12371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67" name="Google Shape;489;p31"/>
            <p:cNvSpPr/>
            <p:nvPr/>
          </p:nvSpPr>
          <p:spPr>
            <a:xfrm>
              <a:off x="941156" y="876324"/>
              <a:ext cx="46363" cy="261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59" h="21600" fill="norm" stroke="1" extrusionOk="0">
                  <a:moveTo>
                    <a:pt x="6171" y="0"/>
                  </a:moveTo>
                  <a:cubicBezTo>
                    <a:pt x="2763" y="0"/>
                    <a:pt x="0" y="4337"/>
                    <a:pt x="0" y="10800"/>
                  </a:cubicBezTo>
                  <a:cubicBezTo>
                    <a:pt x="0" y="17943"/>
                    <a:pt x="2717" y="21600"/>
                    <a:pt x="6079" y="21600"/>
                  </a:cubicBezTo>
                  <a:cubicBezTo>
                    <a:pt x="6448" y="21600"/>
                    <a:pt x="6816" y="21515"/>
                    <a:pt x="7185" y="21430"/>
                  </a:cubicBezTo>
                  <a:cubicBezTo>
                    <a:pt x="11007" y="20494"/>
                    <a:pt x="14415" y="19644"/>
                    <a:pt x="18238" y="17858"/>
                  </a:cubicBezTo>
                  <a:cubicBezTo>
                    <a:pt x="21600" y="16157"/>
                    <a:pt x="21600" y="6293"/>
                    <a:pt x="18238" y="4507"/>
                  </a:cubicBezTo>
                  <a:cubicBezTo>
                    <a:pt x="14415" y="1956"/>
                    <a:pt x="11007" y="1020"/>
                    <a:pt x="7185" y="170"/>
                  </a:cubicBezTo>
                  <a:cubicBezTo>
                    <a:pt x="6862" y="85"/>
                    <a:pt x="6494" y="0"/>
                    <a:pt x="6171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68" name="Google Shape;490;p31"/>
            <p:cNvSpPr/>
            <p:nvPr/>
          </p:nvSpPr>
          <p:spPr>
            <a:xfrm>
              <a:off x="943522" y="1590344"/>
              <a:ext cx="91233" cy="283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04" h="21600" fill="norm" stroke="1" extrusionOk="0">
                  <a:moveTo>
                    <a:pt x="15090" y="0"/>
                  </a:moveTo>
                  <a:cubicBezTo>
                    <a:pt x="13848" y="0"/>
                    <a:pt x="12560" y="548"/>
                    <a:pt x="11226" y="939"/>
                  </a:cubicBezTo>
                  <a:cubicBezTo>
                    <a:pt x="8327" y="939"/>
                    <a:pt x="5222" y="1722"/>
                    <a:pt x="2346" y="2583"/>
                  </a:cubicBezTo>
                  <a:cubicBezTo>
                    <a:pt x="-782" y="3365"/>
                    <a:pt x="-782" y="18939"/>
                    <a:pt x="2346" y="18939"/>
                  </a:cubicBezTo>
                  <a:cubicBezTo>
                    <a:pt x="5222" y="19722"/>
                    <a:pt x="8327" y="20583"/>
                    <a:pt x="11226" y="21365"/>
                  </a:cubicBezTo>
                  <a:cubicBezTo>
                    <a:pt x="12376" y="21365"/>
                    <a:pt x="13480" y="21600"/>
                    <a:pt x="14561" y="21600"/>
                  </a:cubicBezTo>
                  <a:cubicBezTo>
                    <a:pt x="16194" y="21600"/>
                    <a:pt x="17713" y="21052"/>
                    <a:pt x="19162" y="18078"/>
                  </a:cubicBezTo>
                  <a:cubicBezTo>
                    <a:pt x="20818" y="14791"/>
                    <a:pt x="20818" y="6652"/>
                    <a:pt x="19162" y="3365"/>
                  </a:cubicBezTo>
                  <a:cubicBezTo>
                    <a:pt x="17874" y="783"/>
                    <a:pt x="16516" y="0"/>
                    <a:pt x="15090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69" name="Google Shape;491;p31"/>
            <p:cNvSpPr/>
            <p:nvPr/>
          </p:nvSpPr>
          <p:spPr>
            <a:xfrm>
              <a:off x="935422" y="1514951"/>
              <a:ext cx="74699" cy="276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009" h="21600" fill="norm" stroke="1" extrusionOk="0">
                  <a:moveTo>
                    <a:pt x="14430" y="0"/>
                  </a:moveTo>
                  <a:cubicBezTo>
                    <a:pt x="13301" y="0"/>
                    <a:pt x="12143" y="321"/>
                    <a:pt x="11014" y="321"/>
                  </a:cubicBezTo>
                  <a:cubicBezTo>
                    <a:pt x="8424" y="321"/>
                    <a:pt x="5834" y="1204"/>
                    <a:pt x="3245" y="1204"/>
                  </a:cubicBezTo>
                  <a:cubicBezTo>
                    <a:pt x="-1081" y="1204"/>
                    <a:pt x="-1081" y="20396"/>
                    <a:pt x="3245" y="20396"/>
                  </a:cubicBezTo>
                  <a:cubicBezTo>
                    <a:pt x="5834" y="20396"/>
                    <a:pt x="8424" y="21279"/>
                    <a:pt x="11014" y="21279"/>
                  </a:cubicBezTo>
                  <a:cubicBezTo>
                    <a:pt x="12143" y="21279"/>
                    <a:pt x="13301" y="21600"/>
                    <a:pt x="14430" y="21600"/>
                  </a:cubicBezTo>
                  <a:cubicBezTo>
                    <a:pt x="15835" y="21600"/>
                    <a:pt x="17213" y="21118"/>
                    <a:pt x="18480" y="18709"/>
                  </a:cubicBezTo>
                  <a:cubicBezTo>
                    <a:pt x="20519" y="14614"/>
                    <a:pt x="20519" y="6986"/>
                    <a:pt x="18480" y="2810"/>
                  </a:cubicBezTo>
                  <a:cubicBezTo>
                    <a:pt x="17213" y="482"/>
                    <a:pt x="15835" y="0"/>
                    <a:pt x="14430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70" name="Google Shape;492;p31"/>
            <p:cNvSpPr/>
            <p:nvPr/>
          </p:nvSpPr>
          <p:spPr>
            <a:xfrm>
              <a:off x="947610" y="1426290"/>
              <a:ext cx="47777" cy="278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21" h="21600" fill="norm" stroke="1" extrusionOk="0">
                  <a:moveTo>
                    <a:pt x="5182" y="0"/>
                  </a:moveTo>
                  <a:cubicBezTo>
                    <a:pt x="-1728" y="0"/>
                    <a:pt x="-1728" y="20723"/>
                    <a:pt x="5182" y="21600"/>
                  </a:cubicBezTo>
                  <a:cubicBezTo>
                    <a:pt x="9486" y="21600"/>
                    <a:pt x="13334" y="21600"/>
                    <a:pt x="17265" y="17455"/>
                  </a:cubicBezTo>
                  <a:cubicBezTo>
                    <a:pt x="19872" y="14985"/>
                    <a:pt x="19872" y="6615"/>
                    <a:pt x="17265" y="4065"/>
                  </a:cubicBezTo>
                  <a:cubicBezTo>
                    <a:pt x="13334" y="0"/>
                    <a:pt x="9486" y="0"/>
                    <a:pt x="5182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71" name="Google Shape;493;p31"/>
            <p:cNvSpPr/>
            <p:nvPr/>
          </p:nvSpPr>
          <p:spPr>
            <a:xfrm>
              <a:off x="555553" y="0"/>
              <a:ext cx="463877" cy="6191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1772" y="0"/>
                  </a:moveTo>
                  <a:cubicBezTo>
                    <a:pt x="8468" y="0"/>
                    <a:pt x="5101" y="1069"/>
                    <a:pt x="3400" y="3043"/>
                  </a:cubicBezTo>
                  <a:cubicBezTo>
                    <a:pt x="53" y="7054"/>
                    <a:pt x="1753" y="11808"/>
                    <a:pt x="3003" y="16229"/>
                  </a:cubicBezTo>
                  <a:cubicBezTo>
                    <a:pt x="3353" y="17018"/>
                    <a:pt x="1403" y="17090"/>
                    <a:pt x="0" y="17391"/>
                  </a:cubicBezTo>
                  <a:cubicBezTo>
                    <a:pt x="1403" y="18891"/>
                    <a:pt x="4555" y="20272"/>
                    <a:pt x="6600" y="20800"/>
                  </a:cubicBezTo>
                  <a:cubicBezTo>
                    <a:pt x="8606" y="21331"/>
                    <a:pt x="10920" y="21600"/>
                    <a:pt x="13132" y="21600"/>
                  </a:cubicBezTo>
                  <a:cubicBezTo>
                    <a:pt x="13410" y="21600"/>
                    <a:pt x="13683" y="21596"/>
                    <a:pt x="13951" y="21586"/>
                  </a:cubicBezTo>
                  <a:cubicBezTo>
                    <a:pt x="15752" y="21510"/>
                    <a:pt x="17304" y="21324"/>
                    <a:pt x="18755" y="20463"/>
                  </a:cubicBezTo>
                  <a:cubicBezTo>
                    <a:pt x="20202" y="19673"/>
                    <a:pt x="21499" y="18550"/>
                    <a:pt x="21600" y="17201"/>
                  </a:cubicBezTo>
                  <a:cubicBezTo>
                    <a:pt x="20254" y="17201"/>
                    <a:pt x="18453" y="17165"/>
                    <a:pt x="18300" y="16193"/>
                  </a:cubicBezTo>
                  <a:cubicBezTo>
                    <a:pt x="18300" y="15891"/>
                    <a:pt x="18453" y="15594"/>
                    <a:pt x="18602" y="15328"/>
                  </a:cubicBezTo>
                  <a:cubicBezTo>
                    <a:pt x="19799" y="13197"/>
                    <a:pt x="20503" y="10911"/>
                    <a:pt x="20652" y="8626"/>
                  </a:cubicBezTo>
                  <a:cubicBezTo>
                    <a:pt x="20752" y="6380"/>
                    <a:pt x="20503" y="3567"/>
                    <a:pt x="18453" y="1959"/>
                  </a:cubicBezTo>
                  <a:cubicBezTo>
                    <a:pt x="16782" y="628"/>
                    <a:pt x="14296" y="0"/>
                    <a:pt x="11772" y="0"/>
                  </a:cubicBezTo>
                  <a:close/>
                </a:path>
              </a:pathLst>
            </a:custGeom>
            <a:solidFill>
              <a:srgbClr val="BE1F8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72" name="Google Shape;494;p31"/>
            <p:cNvSpPr/>
            <p:nvPr/>
          </p:nvSpPr>
          <p:spPr>
            <a:xfrm>
              <a:off x="690494" y="122500"/>
              <a:ext cx="263134" cy="3773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24" h="21600" fill="norm" stroke="1" extrusionOk="0">
                  <a:moveTo>
                    <a:pt x="11390" y="0"/>
                  </a:moveTo>
                  <a:cubicBezTo>
                    <a:pt x="9557" y="0"/>
                    <a:pt x="7772" y="177"/>
                    <a:pt x="6521" y="442"/>
                  </a:cubicBezTo>
                  <a:cubicBezTo>
                    <a:pt x="-543" y="1913"/>
                    <a:pt x="-1117" y="11009"/>
                    <a:pt x="1266" y="15006"/>
                  </a:cubicBezTo>
                  <a:cubicBezTo>
                    <a:pt x="2328" y="16731"/>
                    <a:pt x="3728" y="19310"/>
                    <a:pt x="5860" y="20417"/>
                  </a:cubicBezTo>
                  <a:cubicBezTo>
                    <a:pt x="7245" y="21164"/>
                    <a:pt x="8999" y="21600"/>
                    <a:pt x="10729" y="21600"/>
                  </a:cubicBezTo>
                  <a:cubicBezTo>
                    <a:pt x="11563" y="21600"/>
                    <a:pt x="12397" y="21500"/>
                    <a:pt x="13168" y="21276"/>
                  </a:cubicBezTo>
                  <a:cubicBezTo>
                    <a:pt x="16456" y="20293"/>
                    <a:pt x="18178" y="17591"/>
                    <a:pt x="18918" y="15006"/>
                  </a:cubicBezTo>
                  <a:cubicBezTo>
                    <a:pt x="19492" y="13223"/>
                    <a:pt x="19736" y="11380"/>
                    <a:pt x="19901" y="9602"/>
                  </a:cubicBezTo>
                  <a:cubicBezTo>
                    <a:pt x="20231" y="7017"/>
                    <a:pt x="20483" y="3703"/>
                    <a:pt x="18422" y="1672"/>
                  </a:cubicBezTo>
                  <a:cubicBezTo>
                    <a:pt x="17226" y="436"/>
                    <a:pt x="14253" y="0"/>
                    <a:pt x="11390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73" name="Google Shape;495;p31"/>
            <p:cNvSpPr/>
            <p:nvPr/>
          </p:nvSpPr>
          <p:spPr>
            <a:xfrm>
              <a:off x="702041" y="310005"/>
              <a:ext cx="269674" cy="2338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13" h="21600" fill="norm" stroke="1" extrusionOk="0">
                  <a:moveTo>
                    <a:pt x="11674" y="0"/>
                  </a:moveTo>
                  <a:cubicBezTo>
                    <a:pt x="10853" y="0"/>
                    <a:pt x="10024" y="57"/>
                    <a:pt x="9187" y="152"/>
                  </a:cubicBezTo>
                  <a:cubicBezTo>
                    <a:pt x="7250" y="351"/>
                    <a:pt x="2237" y="1444"/>
                    <a:pt x="781" y="3429"/>
                  </a:cubicBezTo>
                  <a:cubicBezTo>
                    <a:pt x="-1001" y="5804"/>
                    <a:pt x="703" y="11360"/>
                    <a:pt x="1587" y="13840"/>
                  </a:cubicBezTo>
                  <a:cubicBezTo>
                    <a:pt x="2392" y="16024"/>
                    <a:pt x="3454" y="18304"/>
                    <a:pt x="5143" y="19795"/>
                  </a:cubicBezTo>
                  <a:cubicBezTo>
                    <a:pt x="6994" y="21296"/>
                    <a:pt x="9295" y="21600"/>
                    <a:pt x="11581" y="21600"/>
                  </a:cubicBezTo>
                  <a:cubicBezTo>
                    <a:pt x="11999" y="21600"/>
                    <a:pt x="12418" y="21591"/>
                    <a:pt x="12836" y="21572"/>
                  </a:cubicBezTo>
                  <a:cubicBezTo>
                    <a:pt x="13804" y="21572"/>
                    <a:pt x="14936" y="21182"/>
                    <a:pt x="15819" y="20783"/>
                  </a:cubicBezTo>
                  <a:cubicBezTo>
                    <a:pt x="17926" y="19890"/>
                    <a:pt x="18980" y="17212"/>
                    <a:pt x="19623" y="13640"/>
                  </a:cubicBezTo>
                  <a:cubicBezTo>
                    <a:pt x="20111" y="10961"/>
                    <a:pt x="20599" y="7191"/>
                    <a:pt x="20111" y="5205"/>
                  </a:cubicBezTo>
                  <a:cubicBezTo>
                    <a:pt x="19786" y="3524"/>
                    <a:pt x="18895" y="1643"/>
                    <a:pt x="16470" y="750"/>
                  </a:cubicBezTo>
                  <a:cubicBezTo>
                    <a:pt x="14905" y="218"/>
                    <a:pt x="13309" y="0"/>
                    <a:pt x="11674" y="0"/>
                  </a:cubicBezTo>
                  <a:close/>
                </a:path>
              </a:pathLst>
            </a:custGeom>
            <a:solidFill>
              <a:srgbClr val="F4C3B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74" name="Google Shape;496;p31"/>
            <p:cNvSpPr/>
            <p:nvPr/>
          </p:nvSpPr>
          <p:spPr>
            <a:xfrm>
              <a:off x="580226" y="209618"/>
              <a:ext cx="97828" cy="387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22" h="21600" fill="norm" stroke="1" extrusionOk="0">
                  <a:moveTo>
                    <a:pt x="1894" y="0"/>
                  </a:moveTo>
                  <a:cubicBezTo>
                    <a:pt x="1894" y="0"/>
                    <a:pt x="250" y="0"/>
                    <a:pt x="25" y="11975"/>
                  </a:cubicBezTo>
                  <a:cubicBezTo>
                    <a:pt x="-178" y="20798"/>
                    <a:pt x="903" y="21600"/>
                    <a:pt x="1286" y="21600"/>
                  </a:cubicBezTo>
                  <a:cubicBezTo>
                    <a:pt x="1376" y="21600"/>
                    <a:pt x="1444" y="21543"/>
                    <a:pt x="1444" y="21543"/>
                  </a:cubicBezTo>
                  <a:lnTo>
                    <a:pt x="21422" y="21543"/>
                  </a:lnTo>
                  <a:lnTo>
                    <a:pt x="21422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75" name="Google Shape;497;p31"/>
            <p:cNvSpPr/>
            <p:nvPr/>
          </p:nvSpPr>
          <p:spPr>
            <a:xfrm>
              <a:off x="674849" y="162408"/>
              <a:ext cx="354365" cy="3704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71" h="21600" fill="norm" stroke="1" extrusionOk="0">
                  <a:moveTo>
                    <a:pt x="3571" y="0"/>
                  </a:moveTo>
                  <a:cubicBezTo>
                    <a:pt x="3571" y="0"/>
                    <a:pt x="-68" y="0"/>
                    <a:pt x="1" y="3694"/>
                  </a:cubicBezTo>
                  <a:cubicBezTo>
                    <a:pt x="1" y="3694"/>
                    <a:pt x="1104" y="18218"/>
                    <a:pt x="4812" y="18973"/>
                  </a:cubicBezTo>
                  <a:lnTo>
                    <a:pt x="14571" y="21600"/>
                  </a:lnTo>
                  <a:cubicBezTo>
                    <a:pt x="19320" y="20473"/>
                    <a:pt x="21470" y="3694"/>
                    <a:pt x="21470" y="3694"/>
                  </a:cubicBezTo>
                  <a:cubicBezTo>
                    <a:pt x="21532" y="0"/>
                    <a:pt x="17955" y="0"/>
                    <a:pt x="17955" y="0"/>
                  </a:cubicBezTo>
                  <a:close/>
                </a:path>
              </a:pathLst>
            </a:custGeom>
            <a:solidFill>
              <a:srgbClr val="F4C3B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76" name="Google Shape;498;p31"/>
            <p:cNvSpPr/>
            <p:nvPr/>
          </p:nvSpPr>
          <p:spPr>
            <a:xfrm>
              <a:off x="697921" y="179584"/>
              <a:ext cx="308283" cy="1242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68" h="21600" fill="norm" stroke="1" extrusionOk="0">
                  <a:moveTo>
                    <a:pt x="3454" y="0"/>
                  </a:moveTo>
                  <a:cubicBezTo>
                    <a:pt x="3454" y="0"/>
                    <a:pt x="33" y="0"/>
                    <a:pt x="33" y="7832"/>
                  </a:cubicBezTo>
                  <a:cubicBezTo>
                    <a:pt x="33" y="7832"/>
                    <a:pt x="-534" y="19240"/>
                    <a:pt x="3031" y="20903"/>
                  </a:cubicBezTo>
                  <a:cubicBezTo>
                    <a:pt x="3994" y="21350"/>
                    <a:pt x="4854" y="21600"/>
                    <a:pt x="5612" y="21600"/>
                  </a:cubicBezTo>
                  <a:cubicBezTo>
                    <a:pt x="7709" y="21600"/>
                    <a:pt x="9027" y="19794"/>
                    <a:pt x="9655" y="15681"/>
                  </a:cubicBezTo>
                  <a:cubicBezTo>
                    <a:pt x="10017" y="13071"/>
                    <a:pt x="10440" y="12320"/>
                    <a:pt x="10795" y="12141"/>
                  </a:cubicBezTo>
                  <a:lnTo>
                    <a:pt x="11512" y="12141"/>
                  </a:lnTo>
                  <a:cubicBezTo>
                    <a:pt x="11867" y="12320"/>
                    <a:pt x="12366" y="13071"/>
                    <a:pt x="12728" y="15681"/>
                  </a:cubicBezTo>
                  <a:cubicBezTo>
                    <a:pt x="13356" y="19794"/>
                    <a:pt x="13636" y="21600"/>
                    <a:pt x="15179" y="21600"/>
                  </a:cubicBezTo>
                  <a:cubicBezTo>
                    <a:pt x="15739" y="21600"/>
                    <a:pt x="16463" y="21350"/>
                    <a:pt x="17433" y="20903"/>
                  </a:cubicBezTo>
                  <a:cubicBezTo>
                    <a:pt x="21066" y="19240"/>
                    <a:pt x="20424" y="7832"/>
                    <a:pt x="20424" y="7832"/>
                  </a:cubicBezTo>
                  <a:cubicBezTo>
                    <a:pt x="20492" y="0"/>
                    <a:pt x="17003" y="0"/>
                    <a:pt x="17003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77" name="Google Shape;499;p31"/>
            <p:cNvSpPr/>
            <p:nvPr/>
          </p:nvSpPr>
          <p:spPr>
            <a:xfrm>
              <a:off x="539507" y="489898"/>
              <a:ext cx="490768" cy="1385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5" h="21600" fill="norm" stroke="1" extrusionOk="0">
                  <a:moveTo>
                    <a:pt x="21107" y="0"/>
                  </a:moveTo>
                  <a:cubicBezTo>
                    <a:pt x="20899" y="0"/>
                    <a:pt x="20696" y="208"/>
                    <a:pt x="20678" y="673"/>
                  </a:cubicBezTo>
                  <a:cubicBezTo>
                    <a:pt x="20112" y="9381"/>
                    <a:pt x="19308" y="11882"/>
                    <a:pt x="17417" y="15234"/>
                  </a:cubicBezTo>
                  <a:cubicBezTo>
                    <a:pt x="16007" y="17816"/>
                    <a:pt x="14438" y="18521"/>
                    <a:pt x="12864" y="18521"/>
                  </a:cubicBezTo>
                  <a:cubicBezTo>
                    <a:pt x="12493" y="18521"/>
                    <a:pt x="12123" y="18489"/>
                    <a:pt x="11752" y="18425"/>
                  </a:cubicBezTo>
                  <a:cubicBezTo>
                    <a:pt x="7601" y="17575"/>
                    <a:pt x="3821" y="12732"/>
                    <a:pt x="1040" y="1347"/>
                  </a:cubicBezTo>
                  <a:cubicBezTo>
                    <a:pt x="981" y="1042"/>
                    <a:pt x="868" y="946"/>
                    <a:pt x="733" y="946"/>
                  </a:cubicBezTo>
                  <a:cubicBezTo>
                    <a:pt x="416" y="946"/>
                    <a:pt x="0" y="1507"/>
                    <a:pt x="0" y="1507"/>
                  </a:cubicBezTo>
                  <a:cubicBezTo>
                    <a:pt x="3075" y="15218"/>
                    <a:pt x="8306" y="21600"/>
                    <a:pt x="13117" y="21600"/>
                  </a:cubicBezTo>
                  <a:cubicBezTo>
                    <a:pt x="13185" y="21600"/>
                    <a:pt x="13248" y="21600"/>
                    <a:pt x="13312" y="21600"/>
                  </a:cubicBezTo>
                  <a:cubicBezTo>
                    <a:pt x="16947" y="21600"/>
                    <a:pt x="21193" y="15410"/>
                    <a:pt x="21573" y="834"/>
                  </a:cubicBezTo>
                  <a:cubicBezTo>
                    <a:pt x="21600" y="289"/>
                    <a:pt x="21347" y="0"/>
                    <a:pt x="21107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78" name="Google Shape;500;p31"/>
            <p:cNvSpPr/>
            <p:nvPr/>
          </p:nvSpPr>
          <p:spPr>
            <a:xfrm>
              <a:off x="748548" y="215892"/>
              <a:ext cx="37225" cy="371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543" h="21600" fill="norm" stroke="1" extrusionOk="0">
                  <a:moveTo>
                    <a:pt x="2625" y="0"/>
                  </a:moveTo>
                  <a:cubicBezTo>
                    <a:pt x="735" y="0"/>
                    <a:pt x="-1047" y="3171"/>
                    <a:pt x="735" y="5086"/>
                  </a:cubicBezTo>
                  <a:cubicBezTo>
                    <a:pt x="5271" y="10112"/>
                    <a:pt x="10293" y="15736"/>
                    <a:pt x="15423" y="20762"/>
                  </a:cubicBezTo>
                  <a:cubicBezTo>
                    <a:pt x="15963" y="21361"/>
                    <a:pt x="16503" y="21600"/>
                    <a:pt x="17097" y="21600"/>
                  </a:cubicBezTo>
                  <a:cubicBezTo>
                    <a:pt x="18933" y="21600"/>
                    <a:pt x="20553" y="18907"/>
                    <a:pt x="18771" y="16993"/>
                  </a:cubicBezTo>
                  <a:cubicBezTo>
                    <a:pt x="13695" y="12027"/>
                    <a:pt x="9213" y="6342"/>
                    <a:pt x="4137" y="778"/>
                  </a:cubicBezTo>
                  <a:cubicBezTo>
                    <a:pt x="3651" y="239"/>
                    <a:pt x="3165" y="0"/>
                    <a:pt x="2625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79" name="Google Shape;501;p31"/>
            <p:cNvSpPr/>
            <p:nvPr/>
          </p:nvSpPr>
          <p:spPr>
            <a:xfrm>
              <a:off x="720654" y="224429"/>
              <a:ext cx="64022" cy="639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02" h="21600" fill="norm" stroke="1" extrusionOk="0">
                  <a:moveTo>
                    <a:pt x="1502" y="0"/>
                  </a:moveTo>
                  <a:cubicBezTo>
                    <a:pt x="355" y="0"/>
                    <a:pt x="-596" y="1528"/>
                    <a:pt x="453" y="2639"/>
                  </a:cubicBezTo>
                  <a:lnTo>
                    <a:pt x="17890" y="21114"/>
                  </a:lnTo>
                  <a:cubicBezTo>
                    <a:pt x="18218" y="21461"/>
                    <a:pt x="18579" y="21600"/>
                    <a:pt x="18906" y="21600"/>
                  </a:cubicBezTo>
                  <a:cubicBezTo>
                    <a:pt x="20021" y="21600"/>
                    <a:pt x="21004" y="20037"/>
                    <a:pt x="19955" y="18926"/>
                  </a:cubicBezTo>
                  <a:lnTo>
                    <a:pt x="2518" y="451"/>
                  </a:lnTo>
                  <a:cubicBezTo>
                    <a:pt x="2190" y="139"/>
                    <a:pt x="1829" y="0"/>
                    <a:pt x="1502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80" name="Google Shape;502;p31"/>
            <p:cNvSpPr/>
            <p:nvPr/>
          </p:nvSpPr>
          <p:spPr>
            <a:xfrm>
              <a:off x="772184" y="198613"/>
              <a:ext cx="36067" cy="36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520" h="21600" fill="norm" stroke="1" extrusionOk="0">
                  <a:moveTo>
                    <a:pt x="2551" y="0"/>
                  </a:moveTo>
                  <a:cubicBezTo>
                    <a:pt x="602" y="0"/>
                    <a:pt x="-1012" y="2715"/>
                    <a:pt x="769" y="4690"/>
                  </a:cubicBezTo>
                  <a:lnTo>
                    <a:pt x="15299" y="20798"/>
                  </a:lnTo>
                  <a:cubicBezTo>
                    <a:pt x="15745" y="21353"/>
                    <a:pt x="16301" y="21600"/>
                    <a:pt x="16858" y="21600"/>
                  </a:cubicBezTo>
                  <a:cubicBezTo>
                    <a:pt x="18807" y="21600"/>
                    <a:pt x="20588" y="18329"/>
                    <a:pt x="18751" y="16293"/>
                  </a:cubicBezTo>
                  <a:cubicBezTo>
                    <a:pt x="14130" y="11170"/>
                    <a:pt x="8897" y="5986"/>
                    <a:pt x="4277" y="864"/>
                  </a:cubicBezTo>
                  <a:cubicBezTo>
                    <a:pt x="3720" y="247"/>
                    <a:pt x="3108" y="0"/>
                    <a:pt x="2551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81" name="Google Shape;503;p31"/>
            <p:cNvSpPr/>
            <p:nvPr/>
          </p:nvSpPr>
          <p:spPr>
            <a:xfrm>
              <a:off x="878583" y="200773"/>
              <a:ext cx="74543" cy="736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90" h="21600" fill="norm" stroke="1" extrusionOk="0">
                  <a:moveTo>
                    <a:pt x="1509" y="0"/>
                  </a:moveTo>
                  <a:cubicBezTo>
                    <a:pt x="463" y="0"/>
                    <a:pt x="-555" y="1327"/>
                    <a:pt x="350" y="2293"/>
                  </a:cubicBezTo>
                  <a:lnTo>
                    <a:pt x="18076" y="21208"/>
                  </a:lnTo>
                  <a:cubicBezTo>
                    <a:pt x="18331" y="21479"/>
                    <a:pt x="18670" y="21600"/>
                    <a:pt x="18981" y="21600"/>
                  </a:cubicBezTo>
                  <a:cubicBezTo>
                    <a:pt x="20027" y="21600"/>
                    <a:pt x="21045" y="20273"/>
                    <a:pt x="20140" y="19307"/>
                  </a:cubicBezTo>
                  <a:lnTo>
                    <a:pt x="2442" y="422"/>
                  </a:lnTo>
                  <a:cubicBezTo>
                    <a:pt x="2159" y="121"/>
                    <a:pt x="1848" y="0"/>
                    <a:pt x="1509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82" name="Google Shape;504;p31"/>
            <p:cNvSpPr/>
            <p:nvPr/>
          </p:nvSpPr>
          <p:spPr>
            <a:xfrm>
              <a:off x="924635" y="214658"/>
              <a:ext cx="28640" cy="285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093" h="21600" fill="norm" stroke="1" extrusionOk="0">
                  <a:moveTo>
                    <a:pt x="3129" y="0"/>
                  </a:moveTo>
                  <a:cubicBezTo>
                    <a:pt x="797" y="0"/>
                    <a:pt x="-1260" y="3496"/>
                    <a:pt x="934" y="5983"/>
                  </a:cubicBezTo>
                  <a:lnTo>
                    <a:pt x="13826" y="20590"/>
                  </a:lnTo>
                  <a:cubicBezTo>
                    <a:pt x="14511" y="21289"/>
                    <a:pt x="15266" y="21600"/>
                    <a:pt x="15951" y="21600"/>
                  </a:cubicBezTo>
                  <a:cubicBezTo>
                    <a:pt x="18351" y="21600"/>
                    <a:pt x="20340" y="18181"/>
                    <a:pt x="18146" y="15695"/>
                  </a:cubicBezTo>
                  <a:lnTo>
                    <a:pt x="5254" y="1088"/>
                  </a:lnTo>
                  <a:cubicBezTo>
                    <a:pt x="4569" y="311"/>
                    <a:pt x="3883" y="0"/>
                    <a:pt x="3129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83" name="Google Shape;505;p31"/>
            <p:cNvSpPr/>
            <p:nvPr/>
          </p:nvSpPr>
          <p:spPr>
            <a:xfrm>
              <a:off x="947160" y="206121"/>
              <a:ext cx="20004" cy="199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184" h="21600" fill="norm" stroke="1" extrusionOk="0">
                  <a:moveTo>
                    <a:pt x="4266" y="0"/>
                  </a:moveTo>
                  <a:cubicBezTo>
                    <a:pt x="1087" y="0"/>
                    <a:pt x="-1718" y="4899"/>
                    <a:pt x="1274" y="8462"/>
                  </a:cubicBezTo>
                  <a:lnTo>
                    <a:pt x="11092" y="20041"/>
                  </a:lnTo>
                  <a:cubicBezTo>
                    <a:pt x="11934" y="21155"/>
                    <a:pt x="12963" y="21600"/>
                    <a:pt x="13991" y="21600"/>
                  </a:cubicBezTo>
                  <a:cubicBezTo>
                    <a:pt x="17170" y="21600"/>
                    <a:pt x="19882" y="16701"/>
                    <a:pt x="16890" y="13138"/>
                  </a:cubicBezTo>
                  <a:lnTo>
                    <a:pt x="7165" y="1447"/>
                  </a:lnTo>
                  <a:cubicBezTo>
                    <a:pt x="6230" y="445"/>
                    <a:pt x="5201" y="0"/>
                    <a:pt x="4266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84" name="Google Shape;506;p31"/>
            <p:cNvSpPr/>
            <p:nvPr/>
          </p:nvSpPr>
          <p:spPr>
            <a:xfrm>
              <a:off x="1613229" y="1309344"/>
              <a:ext cx="305747" cy="1929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469" h="21600" fill="norm" stroke="1" extrusionOk="0">
                  <a:moveTo>
                    <a:pt x="10471" y="0"/>
                  </a:moveTo>
                  <a:cubicBezTo>
                    <a:pt x="10314" y="0"/>
                    <a:pt x="10150" y="35"/>
                    <a:pt x="9987" y="104"/>
                  </a:cubicBezTo>
                  <a:cubicBezTo>
                    <a:pt x="8683" y="702"/>
                    <a:pt x="7864" y="3707"/>
                    <a:pt x="6843" y="5158"/>
                  </a:cubicBezTo>
                  <a:cubicBezTo>
                    <a:pt x="5513" y="4836"/>
                    <a:pt x="3169" y="3385"/>
                    <a:pt x="1839" y="3385"/>
                  </a:cubicBezTo>
                  <a:cubicBezTo>
                    <a:pt x="1662" y="3385"/>
                    <a:pt x="1505" y="3420"/>
                    <a:pt x="1374" y="3477"/>
                  </a:cubicBezTo>
                  <a:cubicBezTo>
                    <a:pt x="208" y="6356"/>
                    <a:pt x="-748" y="18249"/>
                    <a:pt x="824" y="20299"/>
                  </a:cubicBezTo>
                  <a:cubicBezTo>
                    <a:pt x="942" y="20449"/>
                    <a:pt x="1335" y="20495"/>
                    <a:pt x="1865" y="20495"/>
                  </a:cubicBezTo>
                  <a:cubicBezTo>
                    <a:pt x="3110" y="20495"/>
                    <a:pt x="5120" y="20218"/>
                    <a:pt x="6122" y="20218"/>
                  </a:cubicBezTo>
                  <a:cubicBezTo>
                    <a:pt x="6417" y="20218"/>
                    <a:pt x="6620" y="20241"/>
                    <a:pt x="6705" y="20299"/>
                  </a:cubicBezTo>
                  <a:cubicBezTo>
                    <a:pt x="7819" y="21255"/>
                    <a:pt x="8618" y="21600"/>
                    <a:pt x="9391" y="21600"/>
                  </a:cubicBezTo>
                  <a:cubicBezTo>
                    <a:pt x="10471" y="21600"/>
                    <a:pt x="11486" y="20932"/>
                    <a:pt x="13196" y="20299"/>
                  </a:cubicBezTo>
                  <a:cubicBezTo>
                    <a:pt x="14774" y="19689"/>
                    <a:pt x="14637" y="19815"/>
                    <a:pt x="14977" y="17052"/>
                  </a:cubicBezTo>
                  <a:cubicBezTo>
                    <a:pt x="15383" y="14289"/>
                    <a:pt x="15383" y="11168"/>
                    <a:pt x="15108" y="8394"/>
                  </a:cubicBezTo>
                  <a:cubicBezTo>
                    <a:pt x="16071" y="8152"/>
                    <a:pt x="20852" y="6471"/>
                    <a:pt x="19077" y="4064"/>
                  </a:cubicBezTo>
                  <a:cubicBezTo>
                    <a:pt x="18193" y="2867"/>
                    <a:pt x="18599" y="2268"/>
                    <a:pt x="17505" y="2268"/>
                  </a:cubicBezTo>
                  <a:cubicBezTo>
                    <a:pt x="16667" y="2349"/>
                    <a:pt x="15822" y="2694"/>
                    <a:pt x="15010" y="2694"/>
                  </a:cubicBezTo>
                  <a:cubicBezTo>
                    <a:pt x="14702" y="2694"/>
                    <a:pt x="14394" y="2648"/>
                    <a:pt x="14086" y="2510"/>
                  </a:cubicBezTo>
                  <a:cubicBezTo>
                    <a:pt x="12816" y="1877"/>
                    <a:pt x="11702" y="0"/>
                    <a:pt x="10471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85" name="Google Shape;507;p31"/>
            <p:cNvSpPr/>
            <p:nvPr/>
          </p:nvSpPr>
          <p:spPr>
            <a:xfrm>
              <a:off x="2470096" y="1072983"/>
              <a:ext cx="40834" cy="730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773" y="0"/>
                  </a:moveTo>
                  <a:cubicBezTo>
                    <a:pt x="9141" y="0"/>
                    <a:pt x="7998" y="943"/>
                    <a:pt x="7998" y="1886"/>
                  </a:cubicBezTo>
                  <a:lnTo>
                    <a:pt x="7998" y="7301"/>
                  </a:lnTo>
                  <a:lnTo>
                    <a:pt x="3428" y="7301"/>
                  </a:lnTo>
                  <a:cubicBezTo>
                    <a:pt x="1687" y="7301"/>
                    <a:pt x="0" y="7940"/>
                    <a:pt x="0" y="8883"/>
                  </a:cubicBezTo>
                  <a:lnTo>
                    <a:pt x="0" y="21600"/>
                  </a:lnTo>
                  <a:lnTo>
                    <a:pt x="21600" y="20961"/>
                  </a:lnTo>
                  <a:lnTo>
                    <a:pt x="21600" y="6024"/>
                  </a:lnTo>
                  <a:cubicBezTo>
                    <a:pt x="21600" y="2860"/>
                    <a:pt x="16486" y="0"/>
                    <a:pt x="10773" y="0"/>
                  </a:cubicBezTo>
                  <a:close/>
                </a:path>
              </a:pathLst>
            </a:custGeom>
            <a:solidFill>
              <a:srgbClr val="87878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86" name="Google Shape;508;p31"/>
            <p:cNvSpPr/>
            <p:nvPr/>
          </p:nvSpPr>
          <p:spPr>
            <a:xfrm>
              <a:off x="2047053" y="1319938"/>
              <a:ext cx="171151" cy="2636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09" h="21600" fill="norm" stroke="1" extrusionOk="0">
                  <a:moveTo>
                    <a:pt x="14982" y="0"/>
                  </a:moveTo>
                  <a:lnTo>
                    <a:pt x="0" y="3430"/>
                  </a:lnTo>
                  <a:cubicBezTo>
                    <a:pt x="0" y="3430"/>
                    <a:pt x="1215" y="13459"/>
                    <a:pt x="5946" y="20412"/>
                  </a:cubicBezTo>
                  <a:lnTo>
                    <a:pt x="5804" y="20934"/>
                  </a:lnTo>
                  <a:cubicBezTo>
                    <a:pt x="5804" y="21305"/>
                    <a:pt x="6256" y="21600"/>
                    <a:pt x="6786" y="21600"/>
                  </a:cubicBezTo>
                  <a:cubicBezTo>
                    <a:pt x="6916" y="21600"/>
                    <a:pt x="7032" y="21592"/>
                    <a:pt x="7148" y="21558"/>
                  </a:cubicBezTo>
                  <a:lnTo>
                    <a:pt x="20915" y="18389"/>
                  </a:lnTo>
                  <a:cubicBezTo>
                    <a:pt x="21458" y="18212"/>
                    <a:pt x="21600" y="17858"/>
                    <a:pt x="21458" y="17597"/>
                  </a:cubicBezTo>
                  <a:cubicBezTo>
                    <a:pt x="16326" y="10644"/>
                    <a:pt x="14982" y="0"/>
                    <a:pt x="14982" y="0"/>
                  </a:cubicBezTo>
                  <a:close/>
                </a:path>
              </a:pathLst>
            </a:custGeom>
            <a:solidFill>
              <a:srgbClr val="2B2B2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87" name="Google Shape;509;p31"/>
            <p:cNvSpPr/>
            <p:nvPr/>
          </p:nvSpPr>
          <p:spPr>
            <a:xfrm>
              <a:off x="2524815" y="1176044"/>
              <a:ext cx="67782" cy="45051"/>
            </a:xfrm>
            <a:prstGeom prst="rect">
              <a:avLst/>
            </a:prstGeom>
            <a:solidFill>
              <a:srgbClr val="2B2B2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88" name="Google Shape;510;p31"/>
            <p:cNvSpPr/>
            <p:nvPr/>
          </p:nvSpPr>
          <p:spPr>
            <a:xfrm>
              <a:off x="1891331" y="1286716"/>
              <a:ext cx="51531" cy="600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811" y="0"/>
                  </a:moveTo>
                  <a:lnTo>
                    <a:pt x="0" y="21600"/>
                  </a:lnTo>
                  <a:lnTo>
                    <a:pt x="21600" y="21193"/>
                  </a:lnTo>
                  <a:lnTo>
                    <a:pt x="18022" y="11170"/>
                  </a:lnTo>
                  <a:lnTo>
                    <a:pt x="18022" y="4993"/>
                  </a:lnTo>
                  <a:lnTo>
                    <a:pt x="18496" y="1110"/>
                  </a:lnTo>
                  <a:lnTo>
                    <a:pt x="1811" y="0"/>
                  </a:lnTo>
                  <a:close/>
                </a:path>
              </a:pathLst>
            </a:custGeom>
            <a:solidFill>
              <a:srgbClr val="87878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89" name="Google Shape;511;p31"/>
            <p:cNvSpPr/>
            <p:nvPr/>
          </p:nvSpPr>
          <p:spPr>
            <a:xfrm>
              <a:off x="1929601" y="1283013"/>
              <a:ext cx="18027" cy="648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5707" h="21600" fill="norm" stroke="1" extrusionOk="0">
                  <a:moveTo>
                    <a:pt x="4474" y="0"/>
                  </a:moveTo>
                  <a:cubicBezTo>
                    <a:pt x="3220" y="0"/>
                    <a:pt x="2234" y="309"/>
                    <a:pt x="2234" y="857"/>
                  </a:cubicBezTo>
                  <a:cubicBezTo>
                    <a:pt x="1337" y="1234"/>
                    <a:pt x="-5295" y="10149"/>
                    <a:pt x="9673" y="20880"/>
                  </a:cubicBezTo>
                  <a:cubicBezTo>
                    <a:pt x="9673" y="21257"/>
                    <a:pt x="10659" y="21600"/>
                    <a:pt x="11555" y="21600"/>
                  </a:cubicBezTo>
                  <a:lnTo>
                    <a:pt x="13437" y="21600"/>
                  </a:lnTo>
                  <a:cubicBezTo>
                    <a:pt x="15319" y="21257"/>
                    <a:pt x="16305" y="20537"/>
                    <a:pt x="15319" y="19817"/>
                  </a:cubicBezTo>
                  <a:cubicBezTo>
                    <a:pt x="1337" y="9806"/>
                    <a:pt x="7880" y="1577"/>
                    <a:pt x="7880" y="1577"/>
                  </a:cubicBezTo>
                  <a:cubicBezTo>
                    <a:pt x="8776" y="857"/>
                    <a:pt x="7880" y="137"/>
                    <a:pt x="5998" y="137"/>
                  </a:cubicBezTo>
                  <a:cubicBezTo>
                    <a:pt x="5460" y="34"/>
                    <a:pt x="5012" y="0"/>
                    <a:pt x="4474" y="0"/>
                  </a:cubicBezTo>
                  <a:close/>
                </a:path>
              </a:pathLst>
            </a:custGeom>
            <a:solidFill>
              <a:srgbClr val="2B2B2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90" name="Google Shape;512;p31"/>
            <p:cNvSpPr/>
            <p:nvPr/>
          </p:nvSpPr>
          <p:spPr>
            <a:xfrm>
              <a:off x="1723883" y="1134182"/>
              <a:ext cx="804224" cy="2385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7470" y="14093"/>
                  </a:moveTo>
                  <a:cubicBezTo>
                    <a:pt x="7586" y="14093"/>
                    <a:pt x="7727" y="14391"/>
                    <a:pt x="7757" y="14875"/>
                  </a:cubicBezTo>
                  <a:cubicBezTo>
                    <a:pt x="7873" y="17306"/>
                    <a:pt x="7873" y="19057"/>
                    <a:pt x="6144" y="19644"/>
                  </a:cubicBezTo>
                  <a:cubicBezTo>
                    <a:pt x="6069" y="19663"/>
                    <a:pt x="6000" y="19672"/>
                    <a:pt x="5934" y="19672"/>
                  </a:cubicBezTo>
                  <a:cubicBezTo>
                    <a:pt x="4685" y="19672"/>
                    <a:pt x="4533" y="16356"/>
                    <a:pt x="4613" y="14875"/>
                  </a:cubicBezTo>
                  <a:cubicBezTo>
                    <a:pt x="4644" y="14391"/>
                    <a:pt x="4760" y="14093"/>
                    <a:pt x="4901" y="14093"/>
                  </a:cubicBezTo>
                  <a:close/>
                  <a:moveTo>
                    <a:pt x="1613" y="0"/>
                  </a:moveTo>
                  <a:lnTo>
                    <a:pt x="345" y="3009"/>
                  </a:lnTo>
                  <a:cubicBezTo>
                    <a:pt x="113" y="3502"/>
                    <a:pt x="0" y="4275"/>
                    <a:pt x="0" y="5151"/>
                  </a:cubicBezTo>
                  <a:lnTo>
                    <a:pt x="0" y="12444"/>
                  </a:lnTo>
                  <a:cubicBezTo>
                    <a:pt x="0" y="13226"/>
                    <a:pt x="202" y="13906"/>
                    <a:pt x="461" y="13906"/>
                  </a:cubicBezTo>
                  <a:lnTo>
                    <a:pt x="2395" y="13906"/>
                  </a:lnTo>
                  <a:cubicBezTo>
                    <a:pt x="3459" y="13906"/>
                    <a:pt x="4298" y="16822"/>
                    <a:pt x="4298" y="20324"/>
                  </a:cubicBezTo>
                  <a:lnTo>
                    <a:pt x="8334" y="20324"/>
                  </a:lnTo>
                  <a:lnTo>
                    <a:pt x="8334" y="20706"/>
                  </a:lnTo>
                  <a:cubicBezTo>
                    <a:pt x="8334" y="21237"/>
                    <a:pt x="8475" y="21600"/>
                    <a:pt x="8608" y="21600"/>
                  </a:cubicBezTo>
                  <a:cubicBezTo>
                    <a:pt x="8622" y="21600"/>
                    <a:pt x="8636" y="21600"/>
                    <a:pt x="8649" y="21591"/>
                  </a:cubicBezTo>
                  <a:lnTo>
                    <a:pt x="11967" y="19057"/>
                  </a:lnTo>
                  <a:cubicBezTo>
                    <a:pt x="12111" y="18955"/>
                    <a:pt x="12199" y="18573"/>
                    <a:pt x="12169" y="18088"/>
                  </a:cubicBezTo>
                  <a:lnTo>
                    <a:pt x="12083" y="16039"/>
                  </a:lnTo>
                  <a:cubicBezTo>
                    <a:pt x="12025" y="14586"/>
                    <a:pt x="12315" y="13226"/>
                    <a:pt x="12746" y="13031"/>
                  </a:cubicBezTo>
                  <a:lnTo>
                    <a:pt x="21282" y="9724"/>
                  </a:lnTo>
                  <a:cubicBezTo>
                    <a:pt x="21456" y="9622"/>
                    <a:pt x="21600" y="9137"/>
                    <a:pt x="21600" y="8560"/>
                  </a:cubicBezTo>
                  <a:lnTo>
                    <a:pt x="21600" y="1164"/>
                  </a:lnTo>
                  <a:cubicBezTo>
                    <a:pt x="21600" y="587"/>
                    <a:pt x="21456" y="0"/>
                    <a:pt x="21255" y="0"/>
                  </a:cubicBezTo>
                  <a:close/>
                </a:path>
              </a:pathLst>
            </a:custGeom>
            <a:solidFill>
              <a:srgbClr val="1F1F1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91" name="Google Shape;513;p31"/>
            <p:cNvSpPr/>
            <p:nvPr/>
          </p:nvSpPr>
          <p:spPr>
            <a:xfrm>
              <a:off x="1681474" y="1278076"/>
              <a:ext cx="203481" cy="2245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12" h="21600" fill="norm" stroke="1" extrusionOk="0">
                  <a:moveTo>
                    <a:pt x="9278" y="0"/>
                  </a:moveTo>
                  <a:cubicBezTo>
                    <a:pt x="8600" y="0"/>
                    <a:pt x="7932" y="515"/>
                    <a:pt x="7932" y="1128"/>
                  </a:cubicBezTo>
                  <a:cubicBezTo>
                    <a:pt x="9731" y="2484"/>
                    <a:pt x="10065" y="4957"/>
                    <a:pt x="8600" y="6610"/>
                  </a:cubicBezTo>
                  <a:lnTo>
                    <a:pt x="283" y="15911"/>
                  </a:lnTo>
                  <a:cubicBezTo>
                    <a:pt x="-288" y="16524"/>
                    <a:pt x="57" y="17454"/>
                    <a:pt x="843" y="17771"/>
                  </a:cubicBezTo>
                  <a:lnTo>
                    <a:pt x="10959" y="21481"/>
                  </a:lnTo>
                  <a:cubicBezTo>
                    <a:pt x="11218" y="21560"/>
                    <a:pt x="11476" y="21600"/>
                    <a:pt x="11724" y="21600"/>
                  </a:cubicBezTo>
                  <a:cubicBezTo>
                    <a:pt x="12457" y="21600"/>
                    <a:pt x="13103" y="21273"/>
                    <a:pt x="13437" y="20660"/>
                  </a:cubicBezTo>
                  <a:lnTo>
                    <a:pt x="14331" y="19314"/>
                  </a:lnTo>
                  <a:lnTo>
                    <a:pt x="13329" y="19008"/>
                  </a:lnTo>
                  <a:lnTo>
                    <a:pt x="21312" y="7649"/>
                  </a:lnTo>
                  <a:lnTo>
                    <a:pt x="21312" y="2681"/>
                  </a:lnTo>
                  <a:cubicBezTo>
                    <a:pt x="21312" y="1751"/>
                    <a:pt x="20633" y="1029"/>
                    <a:pt x="19728" y="930"/>
                  </a:cubicBezTo>
                  <a:lnTo>
                    <a:pt x="9278" y="0"/>
                  </a:lnTo>
                  <a:close/>
                </a:path>
              </a:pathLst>
            </a:custGeom>
            <a:solidFill>
              <a:srgbClr val="2B2B2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92" name="Google Shape;514;p31"/>
            <p:cNvSpPr/>
            <p:nvPr/>
          </p:nvSpPr>
          <p:spPr>
            <a:xfrm>
              <a:off x="2222705" y="1122483"/>
              <a:ext cx="12701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1F1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93" name="Google Shape;515;p31"/>
            <p:cNvSpPr/>
            <p:nvPr/>
          </p:nvSpPr>
          <p:spPr>
            <a:xfrm>
              <a:off x="1789401" y="1117005"/>
              <a:ext cx="439089" cy="923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71" y="0"/>
                  </a:moveTo>
                  <a:lnTo>
                    <a:pt x="471" y="1515"/>
                  </a:lnTo>
                  <a:lnTo>
                    <a:pt x="0" y="1515"/>
                  </a:lnTo>
                  <a:lnTo>
                    <a:pt x="0" y="14312"/>
                  </a:lnTo>
                  <a:cubicBezTo>
                    <a:pt x="0" y="16813"/>
                    <a:pt x="420" y="18593"/>
                    <a:pt x="896" y="18593"/>
                  </a:cubicBezTo>
                  <a:lnTo>
                    <a:pt x="11197" y="18593"/>
                  </a:lnTo>
                  <a:lnTo>
                    <a:pt x="11197" y="21600"/>
                  </a:lnTo>
                  <a:lnTo>
                    <a:pt x="20543" y="21600"/>
                  </a:lnTo>
                  <a:cubicBezTo>
                    <a:pt x="21129" y="21600"/>
                    <a:pt x="21600" y="19580"/>
                    <a:pt x="21600" y="16813"/>
                  </a:cubicBezTo>
                  <a:lnTo>
                    <a:pt x="21600" y="3007"/>
                  </a:lnTo>
                  <a:lnTo>
                    <a:pt x="17957" y="3007"/>
                  </a:lnTo>
                  <a:lnTo>
                    <a:pt x="17957" y="1515"/>
                  </a:lnTo>
                  <a:lnTo>
                    <a:pt x="17481" y="1515"/>
                  </a:lnTo>
                  <a:lnTo>
                    <a:pt x="17481" y="0"/>
                  </a:lnTo>
                  <a:lnTo>
                    <a:pt x="17006" y="0"/>
                  </a:lnTo>
                  <a:lnTo>
                    <a:pt x="17006" y="1515"/>
                  </a:lnTo>
                  <a:lnTo>
                    <a:pt x="16692" y="1515"/>
                  </a:lnTo>
                  <a:lnTo>
                    <a:pt x="16692" y="0"/>
                  </a:lnTo>
                  <a:lnTo>
                    <a:pt x="16211" y="0"/>
                  </a:lnTo>
                  <a:lnTo>
                    <a:pt x="16211" y="1515"/>
                  </a:lnTo>
                  <a:lnTo>
                    <a:pt x="15898" y="1515"/>
                  </a:lnTo>
                  <a:lnTo>
                    <a:pt x="15898" y="0"/>
                  </a:lnTo>
                  <a:lnTo>
                    <a:pt x="15422" y="0"/>
                  </a:lnTo>
                  <a:lnTo>
                    <a:pt x="15422" y="1515"/>
                  </a:lnTo>
                  <a:lnTo>
                    <a:pt x="15108" y="1515"/>
                  </a:lnTo>
                  <a:lnTo>
                    <a:pt x="15108" y="0"/>
                  </a:lnTo>
                  <a:lnTo>
                    <a:pt x="14683" y="0"/>
                  </a:lnTo>
                  <a:lnTo>
                    <a:pt x="14683" y="1515"/>
                  </a:lnTo>
                  <a:lnTo>
                    <a:pt x="14365" y="1515"/>
                  </a:lnTo>
                  <a:lnTo>
                    <a:pt x="14365" y="0"/>
                  </a:lnTo>
                  <a:lnTo>
                    <a:pt x="13889" y="0"/>
                  </a:lnTo>
                  <a:lnTo>
                    <a:pt x="13889" y="1515"/>
                  </a:lnTo>
                  <a:lnTo>
                    <a:pt x="13570" y="1515"/>
                  </a:lnTo>
                  <a:lnTo>
                    <a:pt x="13570" y="0"/>
                  </a:lnTo>
                  <a:lnTo>
                    <a:pt x="13100" y="0"/>
                  </a:lnTo>
                  <a:lnTo>
                    <a:pt x="13100" y="1515"/>
                  </a:lnTo>
                  <a:lnTo>
                    <a:pt x="12781" y="1515"/>
                  </a:lnTo>
                  <a:lnTo>
                    <a:pt x="12781" y="0"/>
                  </a:lnTo>
                  <a:lnTo>
                    <a:pt x="12305" y="0"/>
                  </a:lnTo>
                  <a:lnTo>
                    <a:pt x="12305" y="1515"/>
                  </a:lnTo>
                  <a:lnTo>
                    <a:pt x="11987" y="1515"/>
                  </a:lnTo>
                  <a:lnTo>
                    <a:pt x="11987" y="0"/>
                  </a:lnTo>
                  <a:lnTo>
                    <a:pt x="11516" y="0"/>
                  </a:lnTo>
                  <a:lnTo>
                    <a:pt x="11516" y="1515"/>
                  </a:lnTo>
                  <a:lnTo>
                    <a:pt x="11197" y="1515"/>
                  </a:lnTo>
                  <a:lnTo>
                    <a:pt x="11197" y="0"/>
                  </a:lnTo>
                  <a:lnTo>
                    <a:pt x="10722" y="0"/>
                  </a:lnTo>
                  <a:lnTo>
                    <a:pt x="10722" y="1515"/>
                  </a:lnTo>
                  <a:lnTo>
                    <a:pt x="10403" y="1515"/>
                  </a:lnTo>
                  <a:lnTo>
                    <a:pt x="10403" y="0"/>
                  </a:lnTo>
                  <a:lnTo>
                    <a:pt x="9927" y="0"/>
                  </a:lnTo>
                  <a:lnTo>
                    <a:pt x="9927" y="1515"/>
                  </a:lnTo>
                  <a:lnTo>
                    <a:pt x="9613" y="1515"/>
                  </a:lnTo>
                  <a:lnTo>
                    <a:pt x="9613" y="0"/>
                  </a:lnTo>
                  <a:lnTo>
                    <a:pt x="9133" y="0"/>
                  </a:lnTo>
                  <a:lnTo>
                    <a:pt x="9133" y="1515"/>
                  </a:lnTo>
                  <a:lnTo>
                    <a:pt x="8819" y="1515"/>
                  </a:lnTo>
                  <a:lnTo>
                    <a:pt x="8819" y="0"/>
                  </a:lnTo>
                  <a:lnTo>
                    <a:pt x="8343" y="0"/>
                  </a:lnTo>
                  <a:lnTo>
                    <a:pt x="8343" y="1515"/>
                  </a:lnTo>
                  <a:lnTo>
                    <a:pt x="8030" y="1515"/>
                  </a:lnTo>
                  <a:lnTo>
                    <a:pt x="8030" y="0"/>
                  </a:lnTo>
                  <a:lnTo>
                    <a:pt x="7549" y="0"/>
                  </a:lnTo>
                  <a:lnTo>
                    <a:pt x="7549" y="1515"/>
                  </a:lnTo>
                  <a:lnTo>
                    <a:pt x="7235" y="1515"/>
                  </a:lnTo>
                  <a:lnTo>
                    <a:pt x="7235" y="0"/>
                  </a:lnTo>
                  <a:lnTo>
                    <a:pt x="6760" y="0"/>
                  </a:lnTo>
                  <a:lnTo>
                    <a:pt x="6760" y="1515"/>
                  </a:lnTo>
                  <a:lnTo>
                    <a:pt x="6441" y="1515"/>
                  </a:lnTo>
                  <a:lnTo>
                    <a:pt x="6441" y="0"/>
                  </a:lnTo>
                  <a:lnTo>
                    <a:pt x="5965" y="0"/>
                  </a:lnTo>
                  <a:lnTo>
                    <a:pt x="5965" y="1515"/>
                  </a:lnTo>
                  <a:lnTo>
                    <a:pt x="5647" y="1515"/>
                  </a:lnTo>
                  <a:lnTo>
                    <a:pt x="5647" y="0"/>
                  </a:lnTo>
                  <a:lnTo>
                    <a:pt x="5176" y="0"/>
                  </a:lnTo>
                  <a:lnTo>
                    <a:pt x="5176" y="1515"/>
                  </a:lnTo>
                  <a:lnTo>
                    <a:pt x="4857" y="1515"/>
                  </a:lnTo>
                  <a:lnTo>
                    <a:pt x="4857" y="0"/>
                  </a:lnTo>
                  <a:lnTo>
                    <a:pt x="4382" y="0"/>
                  </a:lnTo>
                  <a:lnTo>
                    <a:pt x="4382" y="1515"/>
                  </a:lnTo>
                  <a:lnTo>
                    <a:pt x="4119" y="1515"/>
                  </a:lnTo>
                  <a:lnTo>
                    <a:pt x="4119" y="0"/>
                  </a:lnTo>
                  <a:lnTo>
                    <a:pt x="3643" y="0"/>
                  </a:lnTo>
                  <a:lnTo>
                    <a:pt x="3643" y="1515"/>
                  </a:lnTo>
                  <a:lnTo>
                    <a:pt x="3324" y="1515"/>
                  </a:lnTo>
                  <a:lnTo>
                    <a:pt x="3324" y="0"/>
                  </a:lnTo>
                  <a:lnTo>
                    <a:pt x="2854" y="0"/>
                  </a:lnTo>
                  <a:lnTo>
                    <a:pt x="2854" y="1515"/>
                  </a:lnTo>
                  <a:lnTo>
                    <a:pt x="2535" y="1515"/>
                  </a:lnTo>
                  <a:lnTo>
                    <a:pt x="2535" y="0"/>
                  </a:lnTo>
                  <a:lnTo>
                    <a:pt x="2059" y="0"/>
                  </a:lnTo>
                  <a:lnTo>
                    <a:pt x="2059" y="1515"/>
                  </a:lnTo>
                  <a:lnTo>
                    <a:pt x="1741" y="1515"/>
                  </a:lnTo>
                  <a:lnTo>
                    <a:pt x="1741" y="0"/>
                  </a:lnTo>
                  <a:lnTo>
                    <a:pt x="1265" y="0"/>
                  </a:lnTo>
                  <a:lnTo>
                    <a:pt x="1265" y="1515"/>
                  </a:lnTo>
                  <a:lnTo>
                    <a:pt x="951" y="1515"/>
                  </a:lnTo>
                  <a:lnTo>
                    <a:pt x="951" y="0"/>
                  </a:lnTo>
                  <a:close/>
                </a:path>
              </a:pathLst>
            </a:custGeom>
            <a:solidFill>
              <a:srgbClr val="1F1F1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94" name="Google Shape;516;p31"/>
            <p:cNvSpPr/>
            <p:nvPr/>
          </p:nvSpPr>
          <p:spPr>
            <a:xfrm>
              <a:off x="2068550" y="1298441"/>
              <a:ext cx="50400" cy="429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7500" y="0"/>
                  </a:moveTo>
                  <a:lnTo>
                    <a:pt x="926" y="4289"/>
                  </a:lnTo>
                  <a:cubicBezTo>
                    <a:pt x="441" y="4289"/>
                    <a:pt x="0" y="5374"/>
                    <a:pt x="0" y="5943"/>
                  </a:cubicBezTo>
                  <a:lnTo>
                    <a:pt x="2777" y="20515"/>
                  </a:lnTo>
                  <a:cubicBezTo>
                    <a:pt x="2777" y="21600"/>
                    <a:pt x="3703" y="21600"/>
                    <a:pt x="4144" y="21600"/>
                  </a:cubicBezTo>
                  <a:lnTo>
                    <a:pt x="20674" y="17828"/>
                  </a:lnTo>
                  <a:cubicBezTo>
                    <a:pt x="21159" y="17259"/>
                    <a:pt x="21600" y="16743"/>
                    <a:pt x="21600" y="16174"/>
                  </a:cubicBezTo>
                  <a:lnTo>
                    <a:pt x="18867" y="1085"/>
                  </a:lnTo>
                  <a:cubicBezTo>
                    <a:pt x="18867" y="568"/>
                    <a:pt x="17941" y="0"/>
                    <a:pt x="17500" y="0"/>
                  </a:cubicBezTo>
                  <a:close/>
                </a:path>
              </a:pathLst>
            </a:custGeom>
            <a:solidFill>
              <a:srgbClr val="1F1F1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95" name="Google Shape;517;p31"/>
            <p:cNvSpPr/>
            <p:nvPr/>
          </p:nvSpPr>
          <p:spPr>
            <a:xfrm>
              <a:off x="2247826" y="1225414"/>
              <a:ext cx="259813" cy="376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702" y="0"/>
                  </a:moveTo>
                  <a:cubicBezTo>
                    <a:pt x="718" y="0"/>
                    <a:pt x="0" y="5548"/>
                    <a:pt x="0" y="12334"/>
                  </a:cubicBezTo>
                  <a:lnTo>
                    <a:pt x="0" y="14813"/>
                  </a:lnTo>
                  <a:cubicBezTo>
                    <a:pt x="0" y="18472"/>
                    <a:pt x="453" y="21600"/>
                    <a:pt x="1069" y="21600"/>
                  </a:cubicBezTo>
                  <a:lnTo>
                    <a:pt x="21164" y="6138"/>
                  </a:lnTo>
                  <a:cubicBezTo>
                    <a:pt x="21429" y="5548"/>
                    <a:pt x="21600" y="4367"/>
                    <a:pt x="21600" y="3128"/>
                  </a:cubicBezTo>
                  <a:cubicBezTo>
                    <a:pt x="21600" y="1239"/>
                    <a:pt x="21343" y="0"/>
                    <a:pt x="21164" y="0"/>
                  </a:cubicBezTo>
                  <a:close/>
                </a:path>
              </a:pathLst>
            </a:custGeom>
            <a:solidFill>
              <a:srgbClr val="2B2B2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96" name="Google Shape;518;p31"/>
            <p:cNvSpPr/>
            <p:nvPr/>
          </p:nvSpPr>
          <p:spPr>
            <a:xfrm>
              <a:off x="1705677" y="1187358"/>
              <a:ext cx="28904" cy="633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6611" y="0"/>
                  </a:moveTo>
                  <a:cubicBezTo>
                    <a:pt x="3228" y="0"/>
                    <a:pt x="0" y="1297"/>
                    <a:pt x="0" y="3121"/>
                  </a:cubicBezTo>
                  <a:lnTo>
                    <a:pt x="0" y="18830"/>
                  </a:lnTo>
                  <a:cubicBezTo>
                    <a:pt x="0" y="20338"/>
                    <a:pt x="3228" y="21600"/>
                    <a:pt x="6534" y="21600"/>
                  </a:cubicBezTo>
                  <a:cubicBezTo>
                    <a:pt x="7302" y="21600"/>
                    <a:pt x="8071" y="21530"/>
                    <a:pt x="8763" y="21425"/>
                  </a:cubicBezTo>
                  <a:lnTo>
                    <a:pt x="21600" y="19566"/>
                  </a:lnTo>
                  <a:lnTo>
                    <a:pt x="21600" y="1999"/>
                  </a:lnTo>
                  <a:lnTo>
                    <a:pt x="8763" y="175"/>
                  </a:lnTo>
                  <a:cubicBezTo>
                    <a:pt x="8071" y="35"/>
                    <a:pt x="7302" y="0"/>
                    <a:pt x="6611" y="0"/>
                  </a:cubicBezTo>
                  <a:close/>
                </a:path>
              </a:pathLst>
            </a:custGeom>
            <a:solidFill>
              <a:srgbClr val="1F1F1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97" name="Google Shape;519;p31"/>
            <p:cNvSpPr/>
            <p:nvPr/>
          </p:nvSpPr>
          <p:spPr>
            <a:xfrm>
              <a:off x="1818304" y="1206077"/>
              <a:ext cx="105221" cy="70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0" y="18998"/>
                  </a:lnTo>
                  <a:cubicBezTo>
                    <a:pt x="0" y="20628"/>
                    <a:pt x="676" y="21600"/>
                    <a:pt x="1562" y="21600"/>
                  </a:cubicBezTo>
                  <a:lnTo>
                    <a:pt x="20080" y="21600"/>
                  </a:lnTo>
                  <a:cubicBezTo>
                    <a:pt x="20945" y="21600"/>
                    <a:pt x="21600" y="20628"/>
                    <a:pt x="21600" y="18998"/>
                  </a:cubicBezTo>
                  <a:lnTo>
                    <a:pt x="21600" y="0"/>
                  </a:lnTo>
                  <a:close/>
                </a:path>
              </a:pathLst>
            </a:custGeom>
            <a:solidFill>
              <a:srgbClr val="87878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98" name="Google Shape;520;p31"/>
            <p:cNvSpPr/>
            <p:nvPr/>
          </p:nvSpPr>
          <p:spPr>
            <a:xfrm>
              <a:off x="2091075" y="1227574"/>
              <a:ext cx="150272" cy="161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79" y="0"/>
                  </a:moveTo>
                  <a:cubicBezTo>
                    <a:pt x="473" y="0"/>
                    <a:pt x="0" y="5778"/>
                    <a:pt x="0" y="10043"/>
                  </a:cubicBezTo>
                  <a:cubicBezTo>
                    <a:pt x="0" y="15822"/>
                    <a:pt x="473" y="21600"/>
                    <a:pt x="1079" y="21600"/>
                  </a:cubicBezTo>
                  <a:lnTo>
                    <a:pt x="20536" y="21600"/>
                  </a:lnTo>
                  <a:cubicBezTo>
                    <a:pt x="20994" y="21600"/>
                    <a:pt x="21600" y="15822"/>
                    <a:pt x="21600" y="10043"/>
                  </a:cubicBezTo>
                  <a:cubicBezTo>
                    <a:pt x="21600" y="5778"/>
                    <a:pt x="20994" y="0"/>
                    <a:pt x="20536" y="0"/>
                  </a:cubicBezTo>
                  <a:close/>
                </a:path>
              </a:pathLst>
            </a:custGeom>
            <a:solidFill>
              <a:srgbClr val="87878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599" name="Google Shape;521;p31"/>
            <p:cNvSpPr/>
            <p:nvPr/>
          </p:nvSpPr>
          <p:spPr>
            <a:xfrm>
              <a:off x="2084595" y="1251231"/>
              <a:ext cx="131038" cy="128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68" y="0"/>
                  </a:moveTo>
                  <a:cubicBezTo>
                    <a:pt x="356" y="0"/>
                    <a:pt x="0" y="5357"/>
                    <a:pt x="0" y="10714"/>
                  </a:cubicBezTo>
                  <a:cubicBezTo>
                    <a:pt x="0" y="16243"/>
                    <a:pt x="356" y="21600"/>
                    <a:pt x="1068" y="21600"/>
                  </a:cubicBezTo>
                  <a:lnTo>
                    <a:pt x="20532" y="21600"/>
                  </a:lnTo>
                  <a:cubicBezTo>
                    <a:pt x="21074" y="21600"/>
                    <a:pt x="21600" y="16243"/>
                    <a:pt x="21600" y="10714"/>
                  </a:cubicBezTo>
                  <a:cubicBezTo>
                    <a:pt x="21600" y="5357"/>
                    <a:pt x="21074" y="0"/>
                    <a:pt x="20532" y="0"/>
                  </a:cubicBezTo>
                  <a:close/>
                </a:path>
              </a:pathLst>
            </a:custGeom>
            <a:solidFill>
              <a:srgbClr val="87878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00" name="Google Shape;522;p31"/>
            <p:cNvSpPr/>
            <p:nvPr/>
          </p:nvSpPr>
          <p:spPr>
            <a:xfrm>
              <a:off x="1816144" y="1336086"/>
              <a:ext cx="19337" cy="193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915" y="0"/>
                  </a:moveTo>
                  <a:cubicBezTo>
                    <a:pt x="4826" y="0"/>
                    <a:pt x="0" y="4826"/>
                    <a:pt x="0" y="10685"/>
                  </a:cubicBezTo>
                  <a:cubicBezTo>
                    <a:pt x="0" y="16774"/>
                    <a:pt x="4826" y="21600"/>
                    <a:pt x="10915" y="21600"/>
                  </a:cubicBezTo>
                  <a:cubicBezTo>
                    <a:pt x="16889" y="21600"/>
                    <a:pt x="21600" y="16774"/>
                    <a:pt x="21600" y="10685"/>
                  </a:cubicBezTo>
                  <a:cubicBezTo>
                    <a:pt x="21600" y="4826"/>
                    <a:pt x="16889" y="0"/>
                    <a:pt x="10915" y="0"/>
                  </a:cubicBezTo>
                  <a:close/>
                </a:path>
              </a:pathLst>
            </a:custGeom>
            <a:solidFill>
              <a:srgbClr val="87878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01" name="Google Shape;523;p31"/>
            <p:cNvSpPr/>
            <p:nvPr/>
          </p:nvSpPr>
          <p:spPr>
            <a:xfrm>
              <a:off x="1767905" y="1416519"/>
              <a:ext cx="19337" cy="193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0"/>
                  </a:moveTo>
                  <a:cubicBezTo>
                    <a:pt x="4826" y="0"/>
                    <a:pt x="0" y="4826"/>
                    <a:pt x="0" y="10915"/>
                  </a:cubicBezTo>
                  <a:cubicBezTo>
                    <a:pt x="0" y="16774"/>
                    <a:pt x="4826" y="21600"/>
                    <a:pt x="10800" y="21600"/>
                  </a:cubicBezTo>
                  <a:cubicBezTo>
                    <a:pt x="16774" y="21600"/>
                    <a:pt x="21600" y="16774"/>
                    <a:pt x="21600" y="10915"/>
                  </a:cubicBezTo>
                  <a:cubicBezTo>
                    <a:pt x="21600" y="4826"/>
                    <a:pt x="16774" y="0"/>
                    <a:pt x="10800" y="0"/>
                  </a:cubicBezTo>
                  <a:close/>
                </a:path>
              </a:pathLst>
            </a:custGeom>
            <a:solidFill>
              <a:srgbClr val="87878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02" name="Google Shape;524;p31"/>
            <p:cNvSpPr/>
            <p:nvPr/>
          </p:nvSpPr>
          <p:spPr>
            <a:xfrm>
              <a:off x="2045730" y="1390599"/>
              <a:ext cx="141097" cy="485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48" h="21600" fill="norm" stroke="1" extrusionOk="0">
                  <a:moveTo>
                    <a:pt x="19948" y="0"/>
                  </a:moveTo>
                  <a:cubicBezTo>
                    <a:pt x="19870" y="0"/>
                    <a:pt x="19777" y="46"/>
                    <a:pt x="19699" y="92"/>
                  </a:cubicBezTo>
                  <a:lnTo>
                    <a:pt x="1180" y="12997"/>
                  </a:lnTo>
                  <a:cubicBezTo>
                    <a:pt x="355" y="13454"/>
                    <a:pt x="-127" y="15880"/>
                    <a:pt x="29" y="18214"/>
                  </a:cubicBezTo>
                  <a:cubicBezTo>
                    <a:pt x="200" y="20136"/>
                    <a:pt x="853" y="21600"/>
                    <a:pt x="1507" y="21600"/>
                  </a:cubicBezTo>
                  <a:cubicBezTo>
                    <a:pt x="1663" y="21600"/>
                    <a:pt x="1663" y="21097"/>
                    <a:pt x="1834" y="21097"/>
                  </a:cubicBezTo>
                  <a:lnTo>
                    <a:pt x="20353" y="8695"/>
                  </a:lnTo>
                  <a:cubicBezTo>
                    <a:pt x="21006" y="8237"/>
                    <a:pt x="21473" y="5812"/>
                    <a:pt x="21317" y="3432"/>
                  </a:cubicBezTo>
                  <a:cubicBezTo>
                    <a:pt x="21177" y="1327"/>
                    <a:pt x="20539" y="0"/>
                    <a:pt x="19948" y="0"/>
                  </a:cubicBezTo>
                  <a:close/>
                </a:path>
              </a:pathLst>
            </a:custGeom>
            <a:solidFill>
              <a:srgbClr val="87878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03" name="Google Shape;525;p31"/>
            <p:cNvSpPr/>
            <p:nvPr/>
          </p:nvSpPr>
          <p:spPr>
            <a:xfrm>
              <a:off x="2064038" y="1473295"/>
              <a:ext cx="143183" cy="484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41" h="21600" fill="norm" stroke="1" extrusionOk="0">
                  <a:moveTo>
                    <a:pt x="19865" y="0"/>
                  </a:moveTo>
                  <a:cubicBezTo>
                    <a:pt x="19773" y="0"/>
                    <a:pt x="19666" y="46"/>
                    <a:pt x="19559" y="92"/>
                  </a:cubicBezTo>
                  <a:lnTo>
                    <a:pt x="1147" y="12978"/>
                  </a:lnTo>
                  <a:cubicBezTo>
                    <a:pt x="350" y="13483"/>
                    <a:pt x="-125" y="15868"/>
                    <a:pt x="28" y="18298"/>
                  </a:cubicBezTo>
                  <a:cubicBezTo>
                    <a:pt x="182" y="20178"/>
                    <a:pt x="825" y="21600"/>
                    <a:pt x="1469" y="21600"/>
                  </a:cubicBezTo>
                  <a:cubicBezTo>
                    <a:pt x="1638" y="21600"/>
                    <a:pt x="1791" y="21600"/>
                    <a:pt x="1791" y="21141"/>
                  </a:cubicBezTo>
                  <a:lnTo>
                    <a:pt x="20203" y="8209"/>
                  </a:lnTo>
                  <a:cubicBezTo>
                    <a:pt x="21000" y="7750"/>
                    <a:pt x="21475" y="5824"/>
                    <a:pt x="21306" y="3439"/>
                  </a:cubicBezTo>
                  <a:cubicBezTo>
                    <a:pt x="21184" y="1376"/>
                    <a:pt x="20555" y="0"/>
                    <a:pt x="19865" y="0"/>
                  </a:cubicBezTo>
                  <a:close/>
                </a:path>
              </a:pathLst>
            </a:custGeom>
            <a:solidFill>
              <a:srgbClr val="87878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04" name="Google Shape;526;p31"/>
            <p:cNvSpPr/>
            <p:nvPr/>
          </p:nvSpPr>
          <p:spPr>
            <a:xfrm>
              <a:off x="1786834" y="1364988"/>
              <a:ext cx="119514" cy="1246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25" h="21600" fill="norm" stroke="1" extrusionOk="0">
                  <a:moveTo>
                    <a:pt x="10861" y="0"/>
                  </a:moveTo>
                  <a:cubicBezTo>
                    <a:pt x="5457" y="0"/>
                    <a:pt x="2853" y="945"/>
                    <a:pt x="2853" y="3172"/>
                  </a:cubicBezTo>
                  <a:cubicBezTo>
                    <a:pt x="2853" y="5578"/>
                    <a:pt x="5832" y="6327"/>
                    <a:pt x="8061" y="7075"/>
                  </a:cubicBezTo>
                  <a:cubicBezTo>
                    <a:pt x="6777" y="7271"/>
                    <a:pt x="1194" y="7824"/>
                    <a:pt x="1194" y="10426"/>
                  </a:cubicBezTo>
                  <a:cubicBezTo>
                    <a:pt x="1194" y="13972"/>
                    <a:pt x="5457" y="13972"/>
                    <a:pt x="6206" y="14329"/>
                  </a:cubicBezTo>
                  <a:cubicBezTo>
                    <a:pt x="1925" y="14881"/>
                    <a:pt x="-875" y="17679"/>
                    <a:pt x="249" y="18980"/>
                  </a:cubicBezTo>
                  <a:cubicBezTo>
                    <a:pt x="1301" y="20210"/>
                    <a:pt x="9934" y="21600"/>
                    <a:pt x="12966" y="21600"/>
                  </a:cubicBezTo>
                  <a:cubicBezTo>
                    <a:pt x="13162" y="21600"/>
                    <a:pt x="13341" y="21600"/>
                    <a:pt x="13483" y="21582"/>
                  </a:cubicBezTo>
                  <a:cubicBezTo>
                    <a:pt x="16837" y="21404"/>
                    <a:pt x="17193" y="19354"/>
                    <a:pt x="17372" y="17857"/>
                  </a:cubicBezTo>
                  <a:cubicBezTo>
                    <a:pt x="17568" y="15826"/>
                    <a:pt x="16088" y="15630"/>
                    <a:pt x="15891" y="14703"/>
                  </a:cubicBezTo>
                  <a:cubicBezTo>
                    <a:pt x="15713" y="14150"/>
                    <a:pt x="18121" y="14150"/>
                    <a:pt x="18317" y="11174"/>
                  </a:cubicBezTo>
                  <a:cubicBezTo>
                    <a:pt x="18495" y="8376"/>
                    <a:pt x="17193" y="8554"/>
                    <a:pt x="16640" y="7824"/>
                  </a:cubicBezTo>
                  <a:cubicBezTo>
                    <a:pt x="16640" y="7824"/>
                    <a:pt x="20725" y="6897"/>
                    <a:pt x="20725" y="3725"/>
                  </a:cubicBezTo>
                  <a:cubicBezTo>
                    <a:pt x="20725" y="196"/>
                    <a:pt x="15142" y="196"/>
                    <a:pt x="10861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05" name="Google Shape;527;p31"/>
            <p:cNvSpPr/>
            <p:nvPr/>
          </p:nvSpPr>
          <p:spPr>
            <a:xfrm>
              <a:off x="1685277" y="1313047"/>
              <a:ext cx="137127" cy="994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280" h="21600" fill="norm" stroke="1" extrusionOk="0">
                  <a:moveTo>
                    <a:pt x="4934" y="0"/>
                  </a:moveTo>
                  <a:cubicBezTo>
                    <a:pt x="4584" y="0"/>
                    <a:pt x="4310" y="89"/>
                    <a:pt x="4112" y="335"/>
                  </a:cubicBezTo>
                  <a:cubicBezTo>
                    <a:pt x="2697" y="1742"/>
                    <a:pt x="629" y="5696"/>
                    <a:pt x="309" y="8734"/>
                  </a:cubicBezTo>
                  <a:cubicBezTo>
                    <a:pt x="-649" y="14787"/>
                    <a:pt x="781" y="18272"/>
                    <a:pt x="2378" y="20863"/>
                  </a:cubicBezTo>
                  <a:cubicBezTo>
                    <a:pt x="2713" y="21377"/>
                    <a:pt x="3063" y="21600"/>
                    <a:pt x="3412" y="21600"/>
                  </a:cubicBezTo>
                  <a:cubicBezTo>
                    <a:pt x="5846" y="21600"/>
                    <a:pt x="8432" y="10320"/>
                    <a:pt x="8569" y="10119"/>
                  </a:cubicBezTo>
                  <a:cubicBezTo>
                    <a:pt x="8599" y="10096"/>
                    <a:pt x="8645" y="10096"/>
                    <a:pt x="8736" y="10096"/>
                  </a:cubicBezTo>
                  <a:cubicBezTo>
                    <a:pt x="9314" y="10096"/>
                    <a:pt x="11125" y="10588"/>
                    <a:pt x="13361" y="10588"/>
                  </a:cubicBezTo>
                  <a:cubicBezTo>
                    <a:pt x="14152" y="10588"/>
                    <a:pt x="15003" y="10521"/>
                    <a:pt x="15870" y="10342"/>
                  </a:cubicBezTo>
                  <a:cubicBezTo>
                    <a:pt x="17620" y="9895"/>
                    <a:pt x="20951" y="5473"/>
                    <a:pt x="20160" y="2881"/>
                  </a:cubicBezTo>
                  <a:cubicBezTo>
                    <a:pt x="19977" y="2256"/>
                    <a:pt x="19552" y="2077"/>
                    <a:pt x="19050" y="2077"/>
                  </a:cubicBezTo>
                  <a:cubicBezTo>
                    <a:pt x="18472" y="2077"/>
                    <a:pt x="17772" y="2301"/>
                    <a:pt x="17148" y="2301"/>
                  </a:cubicBezTo>
                  <a:cubicBezTo>
                    <a:pt x="16920" y="2301"/>
                    <a:pt x="16707" y="2278"/>
                    <a:pt x="16509" y="2211"/>
                  </a:cubicBezTo>
                  <a:cubicBezTo>
                    <a:pt x="15794" y="1787"/>
                    <a:pt x="13452" y="268"/>
                    <a:pt x="12281" y="268"/>
                  </a:cubicBezTo>
                  <a:cubicBezTo>
                    <a:pt x="12128" y="268"/>
                    <a:pt x="12007" y="290"/>
                    <a:pt x="11900" y="335"/>
                  </a:cubicBezTo>
                  <a:cubicBezTo>
                    <a:pt x="11170" y="849"/>
                    <a:pt x="10394" y="1028"/>
                    <a:pt x="9634" y="1028"/>
                  </a:cubicBezTo>
                  <a:cubicBezTo>
                    <a:pt x="7808" y="1028"/>
                    <a:pt x="6044" y="0"/>
                    <a:pt x="4934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06" name="Google Shape;528;p31"/>
            <p:cNvSpPr/>
            <p:nvPr/>
          </p:nvSpPr>
          <p:spPr>
            <a:xfrm>
              <a:off x="670" y="526309"/>
              <a:ext cx="500592" cy="12973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49" h="21600" fill="norm" stroke="1" extrusionOk="0">
                  <a:moveTo>
                    <a:pt x="17284" y="0"/>
                  </a:moveTo>
                  <a:cubicBezTo>
                    <a:pt x="14088" y="0"/>
                    <a:pt x="12501" y="1125"/>
                    <a:pt x="10702" y="2183"/>
                  </a:cubicBezTo>
                  <a:cubicBezTo>
                    <a:pt x="7088" y="4310"/>
                    <a:pt x="3698" y="8047"/>
                    <a:pt x="2330" y="10532"/>
                  </a:cubicBezTo>
                  <a:cubicBezTo>
                    <a:pt x="84" y="14591"/>
                    <a:pt x="-406" y="19418"/>
                    <a:pt x="299" y="21043"/>
                  </a:cubicBezTo>
                  <a:cubicBezTo>
                    <a:pt x="489" y="21470"/>
                    <a:pt x="1469" y="21600"/>
                    <a:pt x="2680" y="21600"/>
                  </a:cubicBezTo>
                  <a:cubicBezTo>
                    <a:pt x="4014" y="21600"/>
                    <a:pt x="5627" y="21442"/>
                    <a:pt x="6780" y="21348"/>
                  </a:cubicBezTo>
                  <a:cubicBezTo>
                    <a:pt x="6733" y="18005"/>
                    <a:pt x="8456" y="14644"/>
                    <a:pt x="11762" y="11587"/>
                  </a:cubicBezTo>
                  <a:cubicBezTo>
                    <a:pt x="12817" y="10568"/>
                    <a:pt x="17491" y="7261"/>
                    <a:pt x="19564" y="4382"/>
                  </a:cubicBezTo>
                  <a:cubicBezTo>
                    <a:pt x="21194" y="2112"/>
                    <a:pt x="20974" y="55"/>
                    <a:pt x="17580" y="2"/>
                  </a:cubicBezTo>
                  <a:cubicBezTo>
                    <a:pt x="17479" y="0"/>
                    <a:pt x="17381" y="0"/>
                    <a:pt x="17284" y="0"/>
                  </a:cubicBezTo>
                  <a:close/>
                </a:path>
              </a:pathLst>
            </a:custGeom>
            <a:solidFill>
              <a:srgbClr val="BE1F8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07" name="Google Shape;529;p31"/>
            <p:cNvSpPr/>
            <p:nvPr/>
          </p:nvSpPr>
          <p:spPr>
            <a:xfrm>
              <a:off x="0" y="1723232"/>
              <a:ext cx="200174" cy="3140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73" h="21600" fill="norm" stroke="1" extrusionOk="0">
                  <a:moveTo>
                    <a:pt x="6793" y="0"/>
                  </a:moveTo>
                  <a:cubicBezTo>
                    <a:pt x="3264" y="0"/>
                    <a:pt x="197" y="460"/>
                    <a:pt x="57" y="1436"/>
                  </a:cubicBezTo>
                  <a:cubicBezTo>
                    <a:pt x="-393" y="5129"/>
                    <a:pt x="1956" y="14801"/>
                    <a:pt x="2395" y="16796"/>
                  </a:cubicBezTo>
                  <a:cubicBezTo>
                    <a:pt x="2739" y="18494"/>
                    <a:pt x="2288" y="19159"/>
                    <a:pt x="3747" y="20638"/>
                  </a:cubicBezTo>
                  <a:cubicBezTo>
                    <a:pt x="4412" y="21374"/>
                    <a:pt x="5452" y="21600"/>
                    <a:pt x="6643" y="21600"/>
                  </a:cubicBezTo>
                  <a:cubicBezTo>
                    <a:pt x="7833" y="21600"/>
                    <a:pt x="9174" y="21374"/>
                    <a:pt x="10461" y="21232"/>
                  </a:cubicBezTo>
                  <a:cubicBezTo>
                    <a:pt x="10793" y="21190"/>
                    <a:pt x="11126" y="21175"/>
                    <a:pt x="11447" y="21175"/>
                  </a:cubicBezTo>
                  <a:cubicBezTo>
                    <a:pt x="12584" y="21175"/>
                    <a:pt x="13689" y="21345"/>
                    <a:pt x="14590" y="21345"/>
                  </a:cubicBezTo>
                  <a:cubicBezTo>
                    <a:pt x="15566" y="21345"/>
                    <a:pt x="16316" y="21154"/>
                    <a:pt x="16627" y="20341"/>
                  </a:cubicBezTo>
                  <a:cubicBezTo>
                    <a:pt x="17174" y="18572"/>
                    <a:pt x="16960" y="17680"/>
                    <a:pt x="16509" y="15912"/>
                  </a:cubicBezTo>
                  <a:cubicBezTo>
                    <a:pt x="16660" y="15883"/>
                    <a:pt x="16799" y="15869"/>
                    <a:pt x="16949" y="15869"/>
                  </a:cubicBezTo>
                  <a:cubicBezTo>
                    <a:pt x="18772" y="15869"/>
                    <a:pt x="20317" y="17900"/>
                    <a:pt x="20317" y="17900"/>
                  </a:cubicBezTo>
                  <a:cubicBezTo>
                    <a:pt x="21100" y="16647"/>
                    <a:pt x="21207" y="13846"/>
                    <a:pt x="19641" y="12954"/>
                  </a:cubicBezTo>
                  <a:cubicBezTo>
                    <a:pt x="18976" y="12516"/>
                    <a:pt x="17743" y="11921"/>
                    <a:pt x="17067" y="11405"/>
                  </a:cubicBezTo>
                  <a:cubicBezTo>
                    <a:pt x="15276" y="10075"/>
                    <a:pt x="18526" y="3651"/>
                    <a:pt x="17400" y="2094"/>
                  </a:cubicBezTo>
                  <a:cubicBezTo>
                    <a:pt x="16467" y="736"/>
                    <a:pt x="11265" y="0"/>
                    <a:pt x="6793" y="0"/>
                  </a:cubicBez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08" name="Google Shape;530;p31"/>
            <p:cNvSpPr/>
            <p:nvPr/>
          </p:nvSpPr>
          <p:spPr>
            <a:xfrm>
              <a:off x="399456" y="518183"/>
              <a:ext cx="112519" cy="4751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41" h="21600" fill="norm" stroke="1" extrusionOk="0">
                  <a:moveTo>
                    <a:pt x="7448" y="0"/>
                  </a:moveTo>
                  <a:cubicBezTo>
                    <a:pt x="5188" y="0"/>
                    <a:pt x="2273" y="238"/>
                    <a:pt x="3599" y="421"/>
                  </a:cubicBezTo>
                  <a:cubicBezTo>
                    <a:pt x="18417" y="2525"/>
                    <a:pt x="18417" y="7209"/>
                    <a:pt x="14325" y="10865"/>
                  </a:cubicBezTo>
                  <a:cubicBezTo>
                    <a:pt x="10233" y="14381"/>
                    <a:pt x="5543" y="18094"/>
                    <a:pt x="86" y="21460"/>
                  </a:cubicBezTo>
                  <a:cubicBezTo>
                    <a:pt x="-63" y="21558"/>
                    <a:pt x="-7" y="21600"/>
                    <a:pt x="161" y="21600"/>
                  </a:cubicBezTo>
                  <a:cubicBezTo>
                    <a:pt x="385" y="21600"/>
                    <a:pt x="815" y="21506"/>
                    <a:pt x="1058" y="21362"/>
                  </a:cubicBezTo>
                  <a:cubicBezTo>
                    <a:pt x="8663" y="17116"/>
                    <a:pt x="18043" y="12577"/>
                    <a:pt x="20173" y="7892"/>
                  </a:cubicBezTo>
                  <a:cubicBezTo>
                    <a:pt x="21537" y="4867"/>
                    <a:pt x="17650" y="1398"/>
                    <a:pt x="9242" y="84"/>
                  </a:cubicBezTo>
                  <a:cubicBezTo>
                    <a:pt x="8831" y="23"/>
                    <a:pt x="8158" y="0"/>
                    <a:pt x="7448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535;p32"/>
          <p:cNvSpPr/>
          <p:nvPr/>
        </p:nvSpPr>
        <p:spPr>
          <a:xfrm>
            <a:off x="5467074" y="3554474"/>
            <a:ext cx="2889901" cy="507601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pic>
        <p:nvPicPr>
          <p:cNvPr id="612" name="Google Shape;536;p32" descr="Google Shape;536;p32"/>
          <p:cNvPicPr>
            <a:picLocks noChangeAspect="1"/>
          </p:cNvPicPr>
          <p:nvPr/>
        </p:nvPicPr>
        <p:blipFill>
          <a:blip r:embed="rId2">
            <a:extLst/>
          </a:blip>
          <a:srcRect l="0" t="0" r="66019" b="0"/>
          <a:stretch>
            <a:fillRect/>
          </a:stretch>
        </p:blipFill>
        <p:spPr>
          <a:xfrm>
            <a:off x="3039024" y="126849"/>
            <a:ext cx="4230277" cy="4770277"/>
          </a:xfrm>
          <a:prstGeom prst="rect">
            <a:avLst/>
          </a:prstGeom>
          <a:ln w="12700">
            <a:miter lim="400000"/>
          </a:ln>
        </p:spPr>
      </p:pic>
      <p:sp>
        <p:nvSpPr>
          <p:cNvPr id="613" name="Google Shape;537;p32"/>
          <p:cNvSpPr txBox="1"/>
          <p:nvPr/>
        </p:nvSpPr>
        <p:spPr>
          <a:xfrm>
            <a:off x="305000" y="249550"/>
            <a:ext cx="2495401" cy="4241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1600">
                <a:latin typeface="Gothic A1"/>
                <a:ea typeface="Gothic A1"/>
                <a:cs typeface="Gothic A1"/>
                <a:sym typeface="Gothic A1"/>
              </a:defRPr>
            </a:lvl1pPr>
          </a:lstStyle>
          <a:p>
            <a:pPr/>
            <a:r>
              <a:t>Adding Expenses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" name="Google Shape;542;p33" descr="Google Shape;542;p33"/>
          <p:cNvPicPr>
            <a:picLocks noChangeAspect="1"/>
          </p:cNvPicPr>
          <p:nvPr/>
        </p:nvPicPr>
        <p:blipFill>
          <a:blip r:embed="rId2">
            <a:extLst/>
          </a:blip>
          <a:srcRect l="0" t="0" r="51190" b="0"/>
          <a:stretch>
            <a:fillRect/>
          </a:stretch>
        </p:blipFill>
        <p:spPr>
          <a:xfrm>
            <a:off x="419299" y="1057874"/>
            <a:ext cx="3713300" cy="320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16" name="Google Shape;543;p33" descr="Google Shape;543;p33"/>
          <p:cNvPicPr>
            <a:picLocks noChangeAspect="1"/>
          </p:cNvPicPr>
          <p:nvPr/>
        </p:nvPicPr>
        <p:blipFill>
          <a:blip r:embed="rId3">
            <a:extLst/>
          </a:blip>
          <a:srcRect l="0" t="0" r="52369" b="0"/>
          <a:stretch>
            <a:fillRect/>
          </a:stretch>
        </p:blipFill>
        <p:spPr>
          <a:xfrm>
            <a:off x="4420425" y="1057874"/>
            <a:ext cx="4324052" cy="3203201"/>
          </a:xfrm>
          <a:prstGeom prst="rect">
            <a:avLst/>
          </a:prstGeom>
          <a:ln w="12700">
            <a:miter lim="400000"/>
          </a:ln>
        </p:spPr>
      </p:pic>
      <p:sp>
        <p:nvSpPr>
          <p:cNvPr id="617" name="Google Shape;544;p33"/>
          <p:cNvSpPr txBox="1"/>
          <p:nvPr/>
        </p:nvSpPr>
        <p:spPr>
          <a:xfrm>
            <a:off x="388199" y="305000"/>
            <a:ext cx="3713402" cy="4241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1600">
                <a:latin typeface="Gothic A1"/>
                <a:ea typeface="Gothic A1"/>
                <a:cs typeface="Gothic A1"/>
                <a:sym typeface="Gothic A1"/>
              </a:defRPr>
            </a:lvl1pPr>
          </a:lstStyle>
          <a:p>
            <a:pPr/>
            <a:r>
              <a:t>View expense </a:t>
            </a:r>
          </a:p>
        </p:txBody>
      </p:sp>
      <p:sp>
        <p:nvSpPr>
          <p:cNvPr id="618" name="Google Shape;545;p33"/>
          <p:cNvSpPr txBox="1"/>
          <p:nvPr/>
        </p:nvSpPr>
        <p:spPr>
          <a:xfrm>
            <a:off x="4394849" y="332724"/>
            <a:ext cx="4324201" cy="4241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1600">
                <a:latin typeface="Gothic A1"/>
                <a:ea typeface="Gothic A1"/>
                <a:cs typeface="Gothic A1"/>
                <a:sym typeface="Gothic A1"/>
              </a:defRPr>
            </a:lvl1pPr>
          </a:lstStyle>
          <a:p>
            <a:pPr/>
            <a:r>
              <a:t>Delete Expense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0" name="Google Shape;550;p34" descr="Google Shape;550;p34"/>
          <p:cNvPicPr>
            <a:picLocks noChangeAspect="1"/>
          </p:cNvPicPr>
          <p:nvPr/>
        </p:nvPicPr>
        <p:blipFill>
          <a:blip r:embed="rId2">
            <a:extLst/>
          </a:blip>
          <a:srcRect l="0" t="0" r="54862" b="0"/>
          <a:stretch>
            <a:fillRect/>
          </a:stretch>
        </p:blipFill>
        <p:spPr>
          <a:xfrm>
            <a:off x="2283758" y="812323"/>
            <a:ext cx="4478243" cy="3373369"/>
          </a:xfrm>
          <a:prstGeom prst="rect">
            <a:avLst/>
          </a:prstGeom>
          <a:ln w="12700">
            <a:miter lim="400000"/>
          </a:ln>
        </p:spPr>
      </p:pic>
      <p:sp>
        <p:nvSpPr>
          <p:cNvPr id="621" name="Google Shape;551;p34"/>
          <p:cNvSpPr txBox="1"/>
          <p:nvPr/>
        </p:nvSpPr>
        <p:spPr>
          <a:xfrm>
            <a:off x="790225" y="221800"/>
            <a:ext cx="2952901" cy="4241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1600">
                <a:latin typeface="Gothic A1"/>
                <a:ea typeface="Gothic A1"/>
                <a:cs typeface="Gothic A1"/>
                <a:sym typeface="Gothic A1"/>
              </a:defRPr>
            </a:lvl1pPr>
          </a:lstStyle>
          <a:p>
            <a:pPr/>
            <a:r>
              <a:t>Summary and Exiting: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556;p35"/>
          <p:cNvSpPr txBox="1"/>
          <p:nvPr>
            <p:ph type="title"/>
          </p:nvPr>
        </p:nvSpPr>
        <p:spPr>
          <a:xfrm>
            <a:off x="719999" y="445025"/>
            <a:ext cx="7704002" cy="572701"/>
          </a:xfrm>
          <a:prstGeom prst="rect">
            <a:avLst/>
          </a:prstGeom>
        </p:spPr>
        <p:txBody>
          <a:bodyPr/>
          <a:lstStyle>
            <a:lvl1pPr defTabSz="658368">
              <a:defRPr sz="2520"/>
            </a:lvl1pPr>
          </a:lstStyle>
          <a:p>
            <a:pPr/>
            <a:r>
              <a:t>CHALLENGES  FACED</a:t>
            </a:r>
          </a:p>
        </p:txBody>
      </p:sp>
      <p:sp>
        <p:nvSpPr>
          <p:cNvPr id="624" name="Google Shape;557;p35"/>
          <p:cNvSpPr/>
          <p:nvPr/>
        </p:nvSpPr>
        <p:spPr>
          <a:xfrm>
            <a:off x="813474" y="1078975"/>
            <a:ext cx="815701" cy="73501"/>
          </a:xfrm>
          <a:prstGeom prst="rect">
            <a:avLst/>
          </a:prstGeom>
          <a:solidFill>
            <a:srgbClr val="BE1F8E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625" name="Google Shape;558;p35"/>
          <p:cNvSpPr txBox="1"/>
          <p:nvPr>
            <p:ph type="body" sz="quarter" idx="1"/>
          </p:nvPr>
        </p:nvSpPr>
        <p:spPr>
          <a:xfrm>
            <a:off x="496778" y="1277538"/>
            <a:ext cx="3951000" cy="1824600"/>
          </a:xfrm>
          <a:prstGeom prst="rect">
            <a:avLst/>
          </a:prstGeom>
        </p:spPr>
        <p:txBody>
          <a:bodyPr/>
          <a:lstStyle/>
          <a:p>
            <a:pPr marL="0" indent="0" defTabSz="694944">
              <a:defRPr sz="1748"/>
            </a:pPr>
            <a:r>
              <a:t>1)Managing volatile in - memory data </a:t>
            </a:r>
          </a:p>
          <a:p>
            <a:pPr marL="0" indent="0" defTabSz="694944">
              <a:defRPr sz="1748"/>
            </a:pPr>
            <a:r>
              <a:t>2)Validating inputs</a:t>
            </a:r>
          </a:p>
          <a:p>
            <a:pPr marL="0" indent="0" defTabSz="694944">
              <a:defRPr sz="1748"/>
            </a:pPr>
            <a:r>
              <a:t>3)Maintaining program flow and output formatting.</a:t>
            </a:r>
          </a:p>
          <a:p>
            <a:pPr marL="0" indent="0" defTabSz="694944">
              <a:defRPr sz="1748"/>
            </a:pPr>
            <a:r>
              <a:t>4)Coordinating tasks and responsibilities within members.</a:t>
            </a:r>
          </a:p>
        </p:txBody>
      </p:sp>
      <p:sp>
        <p:nvSpPr>
          <p:cNvPr id="626" name="Google Shape;559;p35"/>
          <p:cNvSpPr/>
          <p:nvPr/>
        </p:nvSpPr>
        <p:spPr>
          <a:xfrm>
            <a:off x="5070550" y="2621250"/>
            <a:ext cx="1719601" cy="297001"/>
          </a:xfrm>
          <a:prstGeom prst="rect">
            <a:avLst/>
          </a:prstGeom>
          <a:solidFill>
            <a:srgbClr val="A31377"/>
          </a:solidFill>
          <a:ln>
            <a:solidFill>
              <a:srgbClr val="BE1F8E"/>
            </a:solidFill>
          </a:ln>
        </p:spPr>
        <p:txBody>
          <a:bodyPr lIns="0" tIns="0" rIns="0" bIns="0" anchor="ctr"/>
          <a:lstStyle/>
          <a:p>
            <a:pPr algn="ctr">
              <a:defRPr>
                <a:latin typeface="Gothic A1"/>
                <a:ea typeface="Gothic A1"/>
                <a:cs typeface="Gothic A1"/>
                <a:sym typeface="Gothic A1"/>
              </a:defRPr>
            </a:pPr>
          </a:p>
        </p:txBody>
      </p:sp>
      <p:grpSp>
        <p:nvGrpSpPr>
          <p:cNvPr id="630" name="Google Shape;560;p35"/>
          <p:cNvGrpSpPr/>
          <p:nvPr/>
        </p:nvGrpSpPr>
        <p:grpSpPr>
          <a:xfrm>
            <a:off x="4432161" y="1034606"/>
            <a:ext cx="3683573" cy="2228130"/>
            <a:chOff x="0" y="0"/>
            <a:chExt cx="3683572" cy="2228129"/>
          </a:xfrm>
        </p:grpSpPr>
        <p:sp>
          <p:nvSpPr>
            <p:cNvPr id="627" name="Google Shape;561;p35"/>
            <p:cNvSpPr/>
            <p:nvPr/>
          </p:nvSpPr>
          <p:spPr>
            <a:xfrm>
              <a:off x="133222" y="-1"/>
              <a:ext cx="3291968" cy="20536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155" y="0"/>
                  </a:moveTo>
                  <a:lnTo>
                    <a:pt x="20445" y="0"/>
                  </a:lnTo>
                  <a:cubicBezTo>
                    <a:pt x="21083" y="0"/>
                    <a:pt x="21600" y="829"/>
                    <a:pt x="21600" y="1851"/>
                  </a:cubicBezTo>
                  <a:lnTo>
                    <a:pt x="21600" y="21600"/>
                  </a:lnTo>
                  <a:lnTo>
                    <a:pt x="0" y="21600"/>
                  </a:lnTo>
                  <a:lnTo>
                    <a:pt x="0" y="1851"/>
                  </a:lnTo>
                  <a:cubicBezTo>
                    <a:pt x="0" y="829"/>
                    <a:pt x="517" y="0"/>
                    <a:pt x="1155" y="0"/>
                  </a:cubicBezTo>
                  <a:close/>
                </a:path>
              </a:pathLst>
            </a:custGeom>
            <a:solidFill>
              <a:srgbClr val="BE1F8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28" name="Google Shape;562;p35"/>
            <p:cNvSpPr/>
            <p:nvPr/>
          </p:nvSpPr>
          <p:spPr>
            <a:xfrm rot="10800000">
              <a:off x="0" y="2070557"/>
              <a:ext cx="3683573" cy="1575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15" y="0"/>
                  </a:moveTo>
                  <a:lnTo>
                    <a:pt x="21185" y="0"/>
                  </a:lnTo>
                  <a:cubicBezTo>
                    <a:pt x="21414" y="0"/>
                    <a:pt x="21600" y="4347"/>
                    <a:pt x="21600" y="9710"/>
                  </a:cubicBezTo>
                  <a:lnTo>
                    <a:pt x="21600" y="21600"/>
                  </a:lnTo>
                  <a:lnTo>
                    <a:pt x="0" y="21600"/>
                  </a:lnTo>
                  <a:lnTo>
                    <a:pt x="0" y="9710"/>
                  </a:lnTo>
                  <a:cubicBezTo>
                    <a:pt x="0" y="4347"/>
                    <a:pt x="186" y="0"/>
                    <a:pt x="415" y="0"/>
                  </a:cubicBezTo>
                  <a:close/>
                </a:path>
              </a:pathLst>
            </a:custGeom>
            <a:solidFill>
              <a:srgbClr val="A3137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29" name="Google Shape;563;p35"/>
            <p:cNvSpPr/>
            <p:nvPr/>
          </p:nvSpPr>
          <p:spPr>
            <a:xfrm>
              <a:off x="1808030" y="1167996"/>
              <a:ext cx="67487" cy="67487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</p:grpSp>
      <p:pic>
        <p:nvPicPr>
          <p:cNvPr id="631" name="Google Shape;564;p35" descr="Google Shape;564;p35"/>
          <p:cNvPicPr>
            <a:picLocks noChangeAspect="1"/>
          </p:cNvPicPr>
          <p:nvPr/>
        </p:nvPicPr>
        <p:blipFill>
          <a:blip r:embed="rId2">
            <a:extLst/>
          </a:blip>
          <a:srcRect l="0" t="169" r="0" b="178"/>
          <a:stretch>
            <a:fillRect/>
          </a:stretch>
        </p:blipFill>
        <p:spPr>
          <a:xfrm>
            <a:off x="4647460" y="1339475"/>
            <a:ext cx="3034055" cy="1700726"/>
          </a:xfrm>
          <a:prstGeom prst="rect">
            <a:avLst/>
          </a:prstGeom>
          <a:ln w="12700">
            <a:miter lim="400000"/>
          </a:ln>
        </p:spPr>
      </p:pic>
      <p:sp>
        <p:nvSpPr>
          <p:cNvPr id="632" name="Google Shape;565;p35"/>
          <p:cNvSpPr/>
          <p:nvPr/>
        </p:nvSpPr>
        <p:spPr>
          <a:xfrm>
            <a:off x="4916925" y="1880462"/>
            <a:ext cx="1778701" cy="297001"/>
          </a:xfrm>
          <a:prstGeom prst="rect">
            <a:avLst/>
          </a:prstGeom>
          <a:solidFill>
            <a:srgbClr val="BE1F8E"/>
          </a:solidFill>
          <a:ln>
            <a:solidFill>
              <a:srgbClr val="BE1F8E"/>
            </a:solidFill>
          </a:ln>
        </p:spPr>
        <p:txBody>
          <a:bodyPr lIns="0" tIns="0" rIns="0" bIns="0" anchor="ctr"/>
          <a:lstStyle/>
          <a:p>
            <a:pPr algn="ctr">
              <a:defRPr>
                <a:latin typeface="Gothic A1"/>
                <a:ea typeface="Gothic A1"/>
                <a:cs typeface="Gothic A1"/>
                <a:sym typeface="Gothic A1"/>
              </a:defRPr>
            </a:pPr>
          </a:p>
        </p:txBody>
      </p:sp>
      <p:sp>
        <p:nvSpPr>
          <p:cNvPr id="633" name="Google Shape;566;p35"/>
          <p:cNvSpPr txBox="1"/>
          <p:nvPr/>
        </p:nvSpPr>
        <p:spPr>
          <a:xfrm>
            <a:off x="4916925" y="1801262"/>
            <a:ext cx="2063701" cy="462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b="1" sz="1800">
                <a:latin typeface="Gothic A1"/>
                <a:ea typeface="Gothic A1"/>
                <a:cs typeface="Gothic A1"/>
                <a:sym typeface="Gothic A1"/>
              </a:defRPr>
            </a:lvl1pPr>
          </a:lstStyle>
          <a:p>
            <a:pPr/>
            <a:r>
              <a:t>MONEYMAP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7" name="Google Shape;572;p36"/>
          <p:cNvGrpSpPr/>
          <p:nvPr/>
        </p:nvGrpSpPr>
        <p:grpSpPr>
          <a:xfrm>
            <a:off x="5226749" y="4167699"/>
            <a:ext cx="3489602" cy="507601"/>
            <a:chOff x="0" y="0"/>
            <a:chExt cx="3489600" cy="507600"/>
          </a:xfrm>
        </p:grpSpPr>
        <p:sp>
          <p:nvSpPr>
            <p:cNvPr id="635" name="Oval"/>
            <p:cNvSpPr/>
            <p:nvPr/>
          </p:nvSpPr>
          <p:spPr>
            <a:xfrm>
              <a:off x="-1" y="-1"/>
              <a:ext cx="3489602" cy="507602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36" name="]]"/>
            <p:cNvSpPr txBox="1"/>
            <p:nvPr/>
          </p:nvSpPr>
          <p:spPr>
            <a:xfrm>
              <a:off x="511039" y="63682"/>
              <a:ext cx="2467522" cy="38023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>
                <a:defRPr>
                  <a:solidFill>
                    <a:srgbClr val="000000"/>
                  </a:solidFill>
                </a:defRPr>
              </a:lvl1pPr>
            </a:lstStyle>
            <a:p>
              <a:pPr/>
              <a:r>
                <a:t>]]</a:t>
              </a:r>
            </a:p>
          </p:txBody>
        </p:sp>
      </p:grpSp>
      <p:sp>
        <p:nvSpPr>
          <p:cNvPr id="638" name="Google Shape;573;p36"/>
          <p:cNvSpPr txBox="1"/>
          <p:nvPr>
            <p:ph type="title"/>
          </p:nvPr>
        </p:nvSpPr>
        <p:spPr>
          <a:xfrm>
            <a:off x="403574" y="613504"/>
            <a:ext cx="6931502" cy="1219201"/>
          </a:xfrm>
          <a:prstGeom prst="rect">
            <a:avLst/>
          </a:prstGeom>
        </p:spPr>
        <p:txBody>
          <a:bodyPr/>
          <a:lstStyle>
            <a:lvl1pPr defTabSz="603504">
              <a:defRPr sz="6666"/>
            </a:lvl1pPr>
          </a:lstStyle>
          <a:p>
            <a:pPr/>
            <a:r>
              <a:t>Thanks!</a:t>
            </a:r>
          </a:p>
        </p:txBody>
      </p:sp>
      <p:grpSp>
        <p:nvGrpSpPr>
          <p:cNvPr id="707" name="Google Shape;574;p36"/>
          <p:cNvGrpSpPr/>
          <p:nvPr/>
        </p:nvGrpSpPr>
        <p:grpSpPr>
          <a:xfrm>
            <a:off x="5316292" y="866053"/>
            <a:ext cx="2012102" cy="3602992"/>
            <a:chOff x="0" y="0"/>
            <a:chExt cx="2012100" cy="3602991"/>
          </a:xfrm>
        </p:grpSpPr>
        <p:sp>
          <p:nvSpPr>
            <p:cNvPr id="639" name="Google Shape;575;p36"/>
            <p:cNvSpPr/>
            <p:nvPr/>
          </p:nvSpPr>
          <p:spPr>
            <a:xfrm>
              <a:off x="1253501" y="0"/>
              <a:ext cx="493745" cy="5540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16" h="21600" fill="norm" stroke="1" extrusionOk="0">
                  <a:moveTo>
                    <a:pt x="10524" y="0"/>
                  </a:moveTo>
                  <a:cubicBezTo>
                    <a:pt x="8566" y="0"/>
                    <a:pt x="6613" y="421"/>
                    <a:pt x="5074" y="1507"/>
                  </a:cubicBezTo>
                  <a:cubicBezTo>
                    <a:pt x="3585" y="2637"/>
                    <a:pt x="2653" y="4437"/>
                    <a:pt x="3072" y="6153"/>
                  </a:cubicBezTo>
                  <a:cubicBezTo>
                    <a:pt x="1864" y="6698"/>
                    <a:pt x="606" y="7491"/>
                    <a:pt x="0" y="8622"/>
                  </a:cubicBezTo>
                  <a:cubicBezTo>
                    <a:pt x="1659" y="9275"/>
                    <a:pt x="3478" y="9852"/>
                    <a:pt x="5302" y="9852"/>
                  </a:cubicBezTo>
                  <a:cubicBezTo>
                    <a:pt x="5476" y="9852"/>
                    <a:pt x="5645" y="9848"/>
                    <a:pt x="5819" y="9836"/>
                  </a:cubicBezTo>
                  <a:cubicBezTo>
                    <a:pt x="7960" y="9752"/>
                    <a:pt x="10287" y="8581"/>
                    <a:pt x="12289" y="7952"/>
                  </a:cubicBezTo>
                  <a:cubicBezTo>
                    <a:pt x="12851" y="7776"/>
                    <a:pt x="13431" y="7595"/>
                    <a:pt x="13988" y="7595"/>
                  </a:cubicBezTo>
                  <a:cubicBezTo>
                    <a:pt x="14220" y="7595"/>
                    <a:pt x="14448" y="7628"/>
                    <a:pt x="14662" y="7700"/>
                  </a:cubicBezTo>
                  <a:cubicBezTo>
                    <a:pt x="15781" y="8080"/>
                    <a:pt x="16155" y="9291"/>
                    <a:pt x="16245" y="10293"/>
                  </a:cubicBezTo>
                  <a:cubicBezTo>
                    <a:pt x="16432" y="12097"/>
                    <a:pt x="16245" y="13936"/>
                    <a:pt x="15643" y="15652"/>
                  </a:cubicBezTo>
                  <a:cubicBezTo>
                    <a:pt x="15317" y="16654"/>
                    <a:pt x="14898" y="17576"/>
                    <a:pt x="14804" y="18622"/>
                  </a:cubicBezTo>
                  <a:cubicBezTo>
                    <a:pt x="14662" y="19628"/>
                    <a:pt x="15036" y="20754"/>
                    <a:pt x="15968" y="21339"/>
                  </a:cubicBezTo>
                  <a:cubicBezTo>
                    <a:pt x="16249" y="21520"/>
                    <a:pt x="16575" y="21600"/>
                    <a:pt x="16896" y="21600"/>
                  </a:cubicBezTo>
                  <a:cubicBezTo>
                    <a:pt x="17631" y="21600"/>
                    <a:pt x="18363" y="21175"/>
                    <a:pt x="18621" y="20506"/>
                  </a:cubicBezTo>
                  <a:cubicBezTo>
                    <a:pt x="19366" y="18622"/>
                    <a:pt x="19504" y="16570"/>
                    <a:pt x="19090" y="14646"/>
                  </a:cubicBezTo>
                  <a:cubicBezTo>
                    <a:pt x="18572" y="12097"/>
                    <a:pt x="20623" y="9543"/>
                    <a:pt x="21181" y="7030"/>
                  </a:cubicBezTo>
                  <a:cubicBezTo>
                    <a:pt x="21417" y="5860"/>
                    <a:pt x="21600" y="4605"/>
                    <a:pt x="21087" y="3515"/>
                  </a:cubicBezTo>
                  <a:cubicBezTo>
                    <a:pt x="20298" y="1928"/>
                    <a:pt x="18158" y="1299"/>
                    <a:pt x="16245" y="838"/>
                  </a:cubicBezTo>
                  <a:cubicBezTo>
                    <a:pt x="14385" y="421"/>
                    <a:pt x="12477" y="0"/>
                    <a:pt x="10524" y="0"/>
                  </a:cubicBezTo>
                  <a:close/>
                </a:path>
              </a:pathLst>
            </a:custGeom>
            <a:solidFill>
              <a:srgbClr val="BE1F8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40" name="Google Shape;576;p36"/>
            <p:cNvSpPr/>
            <p:nvPr/>
          </p:nvSpPr>
          <p:spPr>
            <a:xfrm>
              <a:off x="690199" y="1334029"/>
              <a:ext cx="283849" cy="1843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34" h="21600" fill="norm" stroke="1" extrusionOk="0">
                  <a:moveTo>
                    <a:pt x="4657" y="0"/>
                  </a:moveTo>
                  <a:cubicBezTo>
                    <a:pt x="2963" y="0"/>
                    <a:pt x="1107" y="1265"/>
                    <a:pt x="378" y="3903"/>
                  </a:cubicBezTo>
                  <a:cubicBezTo>
                    <a:pt x="-697" y="7433"/>
                    <a:pt x="688" y="11710"/>
                    <a:pt x="2448" y="14468"/>
                  </a:cubicBezTo>
                  <a:cubicBezTo>
                    <a:pt x="5349" y="19130"/>
                    <a:pt x="9400" y="21600"/>
                    <a:pt x="13450" y="21600"/>
                  </a:cubicBezTo>
                  <a:cubicBezTo>
                    <a:pt x="15306" y="21600"/>
                    <a:pt x="17162" y="21070"/>
                    <a:pt x="18900" y="20010"/>
                  </a:cubicBezTo>
                  <a:cubicBezTo>
                    <a:pt x="19828" y="16986"/>
                    <a:pt x="20903" y="13215"/>
                    <a:pt x="19982" y="10071"/>
                  </a:cubicBezTo>
                  <a:cubicBezTo>
                    <a:pt x="18753" y="9071"/>
                    <a:pt x="17825" y="7180"/>
                    <a:pt x="16985" y="5421"/>
                  </a:cubicBezTo>
                  <a:cubicBezTo>
                    <a:pt x="16138" y="3650"/>
                    <a:pt x="15137" y="1771"/>
                    <a:pt x="13907" y="891"/>
                  </a:cubicBezTo>
                  <a:cubicBezTo>
                    <a:pt x="13531" y="675"/>
                    <a:pt x="13119" y="554"/>
                    <a:pt x="12706" y="554"/>
                  </a:cubicBezTo>
                  <a:cubicBezTo>
                    <a:pt x="11675" y="554"/>
                    <a:pt x="10659" y="1253"/>
                    <a:pt x="10217" y="2783"/>
                  </a:cubicBezTo>
                  <a:cubicBezTo>
                    <a:pt x="8604" y="1518"/>
                    <a:pt x="6756" y="12"/>
                    <a:pt x="4907" y="12"/>
                  </a:cubicBezTo>
                  <a:cubicBezTo>
                    <a:pt x="4826" y="12"/>
                    <a:pt x="4745" y="0"/>
                    <a:pt x="4657" y="0"/>
                  </a:cubicBezTo>
                  <a:close/>
                </a:path>
              </a:pathLst>
            </a:custGeom>
            <a:solidFill>
              <a:srgbClr val="004B8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41" name="Google Shape;577;p36"/>
            <p:cNvSpPr/>
            <p:nvPr/>
          </p:nvSpPr>
          <p:spPr>
            <a:xfrm>
              <a:off x="690199" y="1334029"/>
              <a:ext cx="283849" cy="1843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34" h="21600" fill="norm" stroke="1" extrusionOk="0">
                  <a:moveTo>
                    <a:pt x="4657" y="0"/>
                  </a:moveTo>
                  <a:cubicBezTo>
                    <a:pt x="2963" y="0"/>
                    <a:pt x="1107" y="1265"/>
                    <a:pt x="378" y="3903"/>
                  </a:cubicBezTo>
                  <a:cubicBezTo>
                    <a:pt x="-697" y="7433"/>
                    <a:pt x="688" y="11710"/>
                    <a:pt x="2448" y="14468"/>
                  </a:cubicBezTo>
                  <a:cubicBezTo>
                    <a:pt x="5349" y="19130"/>
                    <a:pt x="9400" y="21600"/>
                    <a:pt x="13450" y="21600"/>
                  </a:cubicBezTo>
                  <a:cubicBezTo>
                    <a:pt x="15306" y="21600"/>
                    <a:pt x="17162" y="21070"/>
                    <a:pt x="18900" y="20010"/>
                  </a:cubicBezTo>
                  <a:cubicBezTo>
                    <a:pt x="19828" y="16986"/>
                    <a:pt x="20903" y="13215"/>
                    <a:pt x="19982" y="10071"/>
                  </a:cubicBezTo>
                  <a:cubicBezTo>
                    <a:pt x="18753" y="9071"/>
                    <a:pt x="17825" y="7180"/>
                    <a:pt x="16985" y="5421"/>
                  </a:cubicBezTo>
                  <a:cubicBezTo>
                    <a:pt x="16138" y="3650"/>
                    <a:pt x="15137" y="1771"/>
                    <a:pt x="13907" y="891"/>
                  </a:cubicBezTo>
                  <a:cubicBezTo>
                    <a:pt x="13531" y="675"/>
                    <a:pt x="13119" y="554"/>
                    <a:pt x="12706" y="554"/>
                  </a:cubicBezTo>
                  <a:cubicBezTo>
                    <a:pt x="11675" y="554"/>
                    <a:pt x="10659" y="1253"/>
                    <a:pt x="10217" y="2783"/>
                  </a:cubicBezTo>
                  <a:cubicBezTo>
                    <a:pt x="8604" y="1518"/>
                    <a:pt x="6756" y="12"/>
                    <a:pt x="4907" y="12"/>
                  </a:cubicBezTo>
                  <a:cubicBezTo>
                    <a:pt x="4826" y="12"/>
                    <a:pt x="4745" y="0"/>
                    <a:pt x="4657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42" name="Google Shape;578;p36"/>
            <p:cNvSpPr/>
            <p:nvPr/>
          </p:nvSpPr>
          <p:spPr>
            <a:xfrm>
              <a:off x="881265" y="765298"/>
              <a:ext cx="900553" cy="7960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95" h="21600" fill="norm" stroke="1" extrusionOk="0">
                  <a:moveTo>
                    <a:pt x="19547" y="0"/>
                  </a:moveTo>
                  <a:cubicBezTo>
                    <a:pt x="16138" y="8531"/>
                    <a:pt x="9039" y="14997"/>
                    <a:pt x="1032" y="16833"/>
                  </a:cubicBezTo>
                  <a:cubicBezTo>
                    <a:pt x="21" y="18057"/>
                    <a:pt x="-359" y="20007"/>
                    <a:pt x="401" y="21435"/>
                  </a:cubicBezTo>
                  <a:cubicBezTo>
                    <a:pt x="1260" y="21544"/>
                    <a:pt x="2133" y="21600"/>
                    <a:pt x="3014" y="21600"/>
                  </a:cubicBezTo>
                  <a:cubicBezTo>
                    <a:pt x="7674" y="21600"/>
                    <a:pt x="12530" y="20074"/>
                    <a:pt x="16440" y="17357"/>
                  </a:cubicBezTo>
                  <a:cubicBezTo>
                    <a:pt x="18865" y="15669"/>
                    <a:pt x="19547" y="11708"/>
                    <a:pt x="20481" y="8648"/>
                  </a:cubicBezTo>
                  <a:cubicBezTo>
                    <a:pt x="20885" y="7309"/>
                    <a:pt x="21241" y="5911"/>
                    <a:pt x="21190" y="4486"/>
                  </a:cubicBezTo>
                  <a:cubicBezTo>
                    <a:pt x="21113" y="3088"/>
                    <a:pt x="20583" y="759"/>
                    <a:pt x="19547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43" name="Google Shape;579;p36"/>
            <p:cNvSpPr/>
            <p:nvPr/>
          </p:nvSpPr>
          <p:spPr>
            <a:xfrm>
              <a:off x="881265" y="765298"/>
              <a:ext cx="900553" cy="7960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95" h="21600" fill="norm" stroke="1" extrusionOk="0">
                  <a:moveTo>
                    <a:pt x="19547" y="0"/>
                  </a:moveTo>
                  <a:cubicBezTo>
                    <a:pt x="16138" y="8531"/>
                    <a:pt x="9039" y="14997"/>
                    <a:pt x="1032" y="16833"/>
                  </a:cubicBezTo>
                  <a:cubicBezTo>
                    <a:pt x="21" y="18057"/>
                    <a:pt x="-359" y="20007"/>
                    <a:pt x="401" y="21435"/>
                  </a:cubicBezTo>
                  <a:cubicBezTo>
                    <a:pt x="1260" y="21544"/>
                    <a:pt x="2133" y="21600"/>
                    <a:pt x="3014" y="21600"/>
                  </a:cubicBezTo>
                  <a:cubicBezTo>
                    <a:pt x="7674" y="21600"/>
                    <a:pt x="12530" y="20074"/>
                    <a:pt x="16440" y="17357"/>
                  </a:cubicBezTo>
                  <a:cubicBezTo>
                    <a:pt x="18865" y="15669"/>
                    <a:pt x="19547" y="11708"/>
                    <a:pt x="20481" y="8648"/>
                  </a:cubicBezTo>
                  <a:cubicBezTo>
                    <a:pt x="20885" y="7309"/>
                    <a:pt x="21241" y="5911"/>
                    <a:pt x="21190" y="4486"/>
                  </a:cubicBezTo>
                  <a:cubicBezTo>
                    <a:pt x="21113" y="3088"/>
                    <a:pt x="20583" y="759"/>
                    <a:pt x="19547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44" name="Google Shape;580;p36"/>
            <p:cNvSpPr/>
            <p:nvPr/>
          </p:nvSpPr>
          <p:spPr>
            <a:xfrm>
              <a:off x="670699" y="1363124"/>
              <a:ext cx="59114" cy="686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609" y="0"/>
                  </a:moveTo>
                  <a:lnTo>
                    <a:pt x="3155" y="1002"/>
                  </a:lnTo>
                  <a:lnTo>
                    <a:pt x="3155" y="4721"/>
                  </a:lnTo>
                  <a:lnTo>
                    <a:pt x="3569" y="10800"/>
                  </a:lnTo>
                  <a:lnTo>
                    <a:pt x="0" y="20921"/>
                  </a:lnTo>
                  <a:lnTo>
                    <a:pt x="21600" y="21600"/>
                  </a:lnTo>
                  <a:lnTo>
                    <a:pt x="19609" y="0"/>
                  </a:lnTo>
                  <a:close/>
                </a:path>
              </a:pathLst>
            </a:custGeom>
            <a:solidFill>
              <a:srgbClr val="87878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45" name="Google Shape;581;p36"/>
            <p:cNvSpPr/>
            <p:nvPr/>
          </p:nvSpPr>
          <p:spPr>
            <a:xfrm>
              <a:off x="665456" y="1358395"/>
              <a:ext cx="20074" cy="745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221" h="21600" fill="norm" stroke="1" extrusionOk="0">
                  <a:moveTo>
                    <a:pt x="11714" y="0"/>
                  </a:moveTo>
                  <a:cubicBezTo>
                    <a:pt x="11298" y="0"/>
                    <a:pt x="10800" y="30"/>
                    <a:pt x="10385" y="119"/>
                  </a:cubicBezTo>
                  <a:cubicBezTo>
                    <a:pt x="8640" y="447"/>
                    <a:pt x="7726" y="1043"/>
                    <a:pt x="7726" y="1668"/>
                  </a:cubicBezTo>
                  <a:cubicBezTo>
                    <a:pt x="7726" y="1668"/>
                    <a:pt x="14705" y="9772"/>
                    <a:pt x="0" y="19723"/>
                  </a:cubicBezTo>
                  <a:cubicBezTo>
                    <a:pt x="0" y="20349"/>
                    <a:pt x="0" y="20974"/>
                    <a:pt x="1745" y="21272"/>
                  </a:cubicBezTo>
                  <a:cubicBezTo>
                    <a:pt x="2575" y="21600"/>
                    <a:pt x="3406" y="21600"/>
                    <a:pt x="3406" y="21600"/>
                  </a:cubicBezTo>
                  <a:cubicBezTo>
                    <a:pt x="5151" y="21272"/>
                    <a:pt x="5982" y="21272"/>
                    <a:pt x="5982" y="20974"/>
                  </a:cubicBezTo>
                  <a:cubicBezTo>
                    <a:pt x="21600" y="10070"/>
                    <a:pt x="14705" y="1370"/>
                    <a:pt x="14705" y="745"/>
                  </a:cubicBezTo>
                  <a:cubicBezTo>
                    <a:pt x="14040" y="268"/>
                    <a:pt x="12960" y="0"/>
                    <a:pt x="11714" y="0"/>
                  </a:cubicBezTo>
                  <a:close/>
                </a:path>
              </a:pathLst>
            </a:custGeom>
            <a:solidFill>
              <a:srgbClr val="24242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46" name="Google Shape;582;p36"/>
            <p:cNvSpPr/>
            <p:nvPr/>
          </p:nvSpPr>
          <p:spPr>
            <a:xfrm>
              <a:off x="237372" y="1458632"/>
              <a:ext cx="307803" cy="2973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36" h="21600" fill="norm" stroke="1" extrusionOk="0">
                  <a:moveTo>
                    <a:pt x="10675" y="0"/>
                  </a:moveTo>
                  <a:cubicBezTo>
                    <a:pt x="8957" y="4130"/>
                    <a:pt x="5893" y="8963"/>
                    <a:pt x="509" y="12241"/>
                  </a:cubicBezTo>
                  <a:cubicBezTo>
                    <a:pt x="65" y="12548"/>
                    <a:pt x="-164" y="13100"/>
                    <a:pt x="137" y="13571"/>
                  </a:cubicBezTo>
                  <a:lnTo>
                    <a:pt x="5148" y="21129"/>
                  </a:lnTo>
                  <a:cubicBezTo>
                    <a:pt x="5342" y="21428"/>
                    <a:pt x="5657" y="21600"/>
                    <a:pt x="5979" y="21600"/>
                  </a:cubicBezTo>
                  <a:cubicBezTo>
                    <a:pt x="6158" y="21600"/>
                    <a:pt x="6330" y="21548"/>
                    <a:pt x="6494" y="21436"/>
                  </a:cubicBezTo>
                  <a:cubicBezTo>
                    <a:pt x="9401" y="19337"/>
                    <a:pt x="18150" y="11696"/>
                    <a:pt x="21436" y="0"/>
                  </a:cubicBezTo>
                  <a:close/>
                </a:path>
              </a:pathLst>
            </a:custGeom>
            <a:solidFill>
              <a:srgbClr val="24242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47" name="Google Shape;583;p36"/>
            <p:cNvSpPr/>
            <p:nvPr/>
          </p:nvSpPr>
          <p:spPr>
            <a:xfrm>
              <a:off x="278925" y="1442286"/>
              <a:ext cx="159183" cy="2138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71" h="21600" fill="norm" stroke="1" extrusionOk="0">
                  <a:moveTo>
                    <a:pt x="20397" y="0"/>
                  </a:moveTo>
                  <a:cubicBezTo>
                    <a:pt x="20052" y="0"/>
                    <a:pt x="19721" y="187"/>
                    <a:pt x="19611" y="457"/>
                  </a:cubicBezTo>
                  <a:cubicBezTo>
                    <a:pt x="16160" y="11195"/>
                    <a:pt x="440" y="20302"/>
                    <a:pt x="302" y="20406"/>
                  </a:cubicBezTo>
                  <a:cubicBezTo>
                    <a:pt x="12" y="20624"/>
                    <a:pt x="-126" y="21050"/>
                    <a:pt x="150" y="21268"/>
                  </a:cubicBezTo>
                  <a:cubicBezTo>
                    <a:pt x="302" y="21486"/>
                    <a:pt x="592" y="21600"/>
                    <a:pt x="882" y="21600"/>
                  </a:cubicBezTo>
                  <a:cubicBezTo>
                    <a:pt x="1020" y="21600"/>
                    <a:pt x="1309" y="21486"/>
                    <a:pt x="1461" y="21382"/>
                  </a:cubicBezTo>
                  <a:cubicBezTo>
                    <a:pt x="1599" y="21382"/>
                    <a:pt x="5491" y="19097"/>
                    <a:pt x="9949" y="15411"/>
                  </a:cubicBezTo>
                  <a:cubicBezTo>
                    <a:pt x="14131" y="11942"/>
                    <a:pt x="19459" y="6636"/>
                    <a:pt x="21336" y="789"/>
                  </a:cubicBezTo>
                  <a:cubicBezTo>
                    <a:pt x="21474" y="457"/>
                    <a:pt x="21198" y="135"/>
                    <a:pt x="20618" y="21"/>
                  </a:cubicBezTo>
                  <a:cubicBezTo>
                    <a:pt x="20549" y="0"/>
                    <a:pt x="20466" y="0"/>
                    <a:pt x="20397" y="0"/>
                  </a:cubicBezTo>
                  <a:close/>
                </a:path>
              </a:pathLst>
            </a:custGeom>
            <a:solidFill>
              <a:srgbClr val="87878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48" name="Google Shape;584;p36"/>
            <p:cNvSpPr/>
            <p:nvPr/>
          </p:nvSpPr>
          <p:spPr>
            <a:xfrm>
              <a:off x="301464" y="1452978"/>
              <a:ext cx="165672" cy="2320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68" h="21600" fill="norm" stroke="1" extrusionOk="0">
                  <a:moveTo>
                    <a:pt x="20428" y="0"/>
                  </a:moveTo>
                  <a:cubicBezTo>
                    <a:pt x="20097" y="0"/>
                    <a:pt x="19792" y="191"/>
                    <a:pt x="19673" y="526"/>
                  </a:cubicBezTo>
                  <a:cubicBezTo>
                    <a:pt x="17458" y="10814"/>
                    <a:pt x="4994" y="17810"/>
                    <a:pt x="287" y="20509"/>
                  </a:cubicBezTo>
                  <a:cubicBezTo>
                    <a:pt x="9" y="20710"/>
                    <a:pt x="-124" y="21112"/>
                    <a:pt x="154" y="21399"/>
                  </a:cubicBezTo>
                  <a:cubicBezTo>
                    <a:pt x="433" y="21504"/>
                    <a:pt x="566" y="21600"/>
                    <a:pt x="844" y="21600"/>
                  </a:cubicBezTo>
                  <a:cubicBezTo>
                    <a:pt x="1122" y="21600"/>
                    <a:pt x="1268" y="21600"/>
                    <a:pt x="1401" y="21504"/>
                  </a:cubicBezTo>
                  <a:cubicBezTo>
                    <a:pt x="6241" y="18710"/>
                    <a:pt x="18983" y="11513"/>
                    <a:pt x="21330" y="727"/>
                  </a:cubicBezTo>
                  <a:cubicBezTo>
                    <a:pt x="21476" y="325"/>
                    <a:pt x="21198" y="19"/>
                    <a:pt x="20641" y="19"/>
                  </a:cubicBezTo>
                  <a:cubicBezTo>
                    <a:pt x="20574" y="10"/>
                    <a:pt x="20508" y="0"/>
                    <a:pt x="20428" y="0"/>
                  </a:cubicBezTo>
                  <a:close/>
                </a:path>
              </a:pathLst>
            </a:custGeom>
            <a:solidFill>
              <a:srgbClr val="87878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49" name="Google Shape;585;p36"/>
            <p:cNvSpPr/>
            <p:nvPr/>
          </p:nvSpPr>
          <p:spPr>
            <a:xfrm>
              <a:off x="324322" y="1461819"/>
              <a:ext cx="181398" cy="2544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40" h="21600" fill="norm" stroke="1" extrusionOk="0">
                  <a:moveTo>
                    <a:pt x="20684" y="0"/>
                  </a:moveTo>
                  <a:cubicBezTo>
                    <a:pt x="20176" y="0"/>
                    <a:pt x="19789" y="279"/>
                    <a:pt x="19789" y="550"/>
                  </a:cubicBezTo>
                  <a:cubicBezTo>
                    <a:pt x="19789" y="637"/>
                    <a:pt x="18664" y="10019"/>
                    <a:pt x="354" y="20588"/>
                  </a:cubicBezTo>
                  <a:cubicBezTo>
                    <a:pt x="-21" y="20771"/>
                    <a:pt x="-154" y="21137"/>
                    <a:pt x="233" y="21321"/>
                  </a:cubicBezTo>
                  <a:cubicBezTo>
                    <a:pt x="354" y="21504"/>
                    <a:pt x="608" y="21600"/>
                    <a:pt x="741" y="21600"/>
                  </a:cubicBezTo>
                  <a:cubicBezTo>
                    <a:pt x="983" y="21600"/>
                    <a:pt x="1104" y="21504"/>
                    <a:pt x="1237" y="21417"/>
                  </a:cubicBezTo>
                  <a:cubicBezTo>
                    <a:pt x="11093" y="15849"/>
                    <a:pt x="16004" y="10481"/>
                    <a:pt x="18410" y="7017"/>
                  </a:cubicBezTo>
                  <a:cubicBezTo>
                    <a:pt x="21059" y="3194"/>
                    <a:pt x="21313" y="724"/>
                    <a:pt x="21313" y="637"/>
                  </a:cubicBezTo>
                  <a:cubicBezTo>
                    <a:pt x="21446" y="279"/>
                    <a:pt x="21059" y="0"/>
                    <a:pt x="20684" y="0"/>
                  </a:cubicBezTo>
                  <a:close/>
                </a:path>
              </a:pathLst>
            </a:custGeom>
            <a:solidFill>
              <a:srgbClr val="87878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50" name="Google Shape;586;p36"/>
            <p:cNvSpPr/>
            <p:nvPr/>
          </p:nvSpPr>
          <p:spPr>
            <a:xfrm>
              <a:off x="20355" y="1178790"/>
              <a:ext cx="112778" cy="1360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383" y="9502"/>
                  </a:moveTo>
                  <a:lnTo>
                    <a:pt x="21383" y="11200"/>
                  </a:lnTo>
                  <a:lnTo>
                    <a:pt x="12739" y="11200"/>
                  </a:lnTo>
                  <a:cubicBezTo>
                    <a:pt x="12739" y="10351"/>
                    <a:pt x="13566" y="9502"/>
                    <a:pt x="14807" y="9502"/>
                  </a:cubicBezTo>
                  <a:close/>
                  <a:moveTo>
                    <a:pt x="4942" y="10857"/>
                  </a:moveTo>
                  <a:cubicBezTo>
                    <a:pt x="5749" y="10857"/>
                    <a:pt x="6163" y="11380"/>
                    <a:pt x="6163" y="11886"/>
                  </a:cubicBezTo>
                  <a:cubicBezTo>
                    <a:pt x="6163" y="12392"/>
                    <a:pt x="5749" y="12898"/>
                    <a:pt x="4942" y="12898"/>
                  </a:cubicBezTo>
                  <a:lnTo>
                    <a:pt x="3702" y="12898"/>
                  </a:lnTo>
                  <a:cubicBezTo>
                    <a:pt x="3091" y="12898"/>
                    <a:pt x="2461" y="12392"/>
                    <a:pt x="2461" y="11886"/>
                  </a:cubicBezTo>
                  <a:cubicBezTo>
                    <a:pt x="2461" y="11380"/>
                    <a:pt x="3091" y="10857"/>
                    <a:pt x="3702" y="10857"/>
                  </a:cubicBezTo>
                  <a:close/>
                  <a:moveTo>
                    <a:pt x="3406" y="0"/>
                  </a:moveTo>
                  <a:cubicBezTo>
                    <a:pt x="2520" y="0"/>
                    <a:pt x="1654" y="376"/>
                    <a:pt x="1240" y="1143"/>
                  </a:cubicBezTo>
                  <a:lnTo>
                    <a:pt x="1240" y="15118"/>
                  </a:lnTo>
                  <a:lnTo>
                    <a:pt x="0" y="15118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7282"/>
                  </a:lnTo>
                  <a:lnTo>
                    <a:pt x="13783" y="7282"/>
                  </a:lnTo>
                  <a:cubicBezTo>
                    <a:pt x="12543" y="7282"/>
                    <a:pt x="11322" y="7788"/>
                    <a:pt x="10692" y="8816"/>
                  </a:cubicBezTo>
                  <a:lnTo>
                    <a:pt x="8230" y="12065"/>
                  </a:lnTo>
                  <a:lnTo>
                    <a:pt x="5553" y="1143"/>
                  </a:lnTo>
                  <a:cubicBezTo>
                    <a:pt x="5139" y="376"/>
                    <a:pt x="4273" y="0"/>
                    <a:pt x="3406" y="0"/>
                  </a:cubicBezTo>
                  <a:close/>
                </a:path>
              </a:pathLst>
            </a:custGeom>
            <a:solidFill>
              <a:srgbClr val="17171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51" name="Google Shape;587;p36"/>
            <p:cNvSpPr/>
            <p:nvPr/>
          </p:nvSpPr>
          <p:spPr>
            <a:xfrm>
              <a:off x="728681" y="1346983"/>
              <a:ext cx="178049" cy="2671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28" h="21600" fill="norm" stroke="1" extrusionOk="0">
                  <a:moveTo>
                    <a:pt x="0" y="0"/>
                  </a:moveTo>
                  <a:lnTo>
                    <a:pt x="0" y="7031"/>
                  </a:lnTo>
                  <a:lnTo>
                    <a:pt x="911" y="7031"/>
                  </a:lnTo>
                  <a:cubicBezTo>
                    <a:pt x="2057" y="7031"/>
                    <a:pt x="3091" y="7546"/>
                    <a:pt x="3473" y="8336"/>
                  </a:cubicBezTo>
                  <a:lnTo>
                    <a:pt x="8743" y="18824"/>
                  </a:lnTo>
                  <a:lnTo>
                    <a:pt x="8362" y="20212"/>
                  </a:lnTo>
                  <a:cubicBezTo>
                    <a:pt x="8103" y="20910"/>
                    <a:pt x="9002" y="21600"/>
                    <a:pt x="10024" y="21600"/>
                  </a:cubicBezTo>
                  <a:lnTo>
                    <a:pt x="15049" y="21600"/>
                  </a:lnTo>
                  <a:lnTo>
                    <a:pt x="19679" y="20212"/>
                  </a:lnTo>
                  <a:cubicBezTo>
                    <a:pt x="20960" y="19788"/>
                    <a:pt x="21600" y="18741"/>
                    <a:pt x="21218" y="17877"/>
                  </a:cubicBezTo>
                  <a:lnTo>
                    <a:pt x="15824" y="7197"/>
                  </a:lnTo>
                  <a:cubicBezTo>
                    <a:pt x="15049" y="5635"/>
                    <a:pt x="15307" y="3998"/>
                    <a:pt x="16452" y="2693"/>
                  </a:cubicBezTo>
                  <a:lnTo>
                    <a:pt x="17881" y="1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7878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52" name="Google Shape;588;p36"/>
            <p:cNvSpPr/>
            <p:nvPr/>
          </p:nvSpPr>
          <p:spPr>
            <a:xfrm>
              <a:off x="766516" y="1409079"/>
              <a:ext cx="127004" cy="1922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45" h="21600" fill="norm" stroke="1" extrusionOk="0">
                  <a:moveTo>
                    <a:pt x="10257" y="0"/>
                  </a:moveTo>
                  <a:cubicBezTo>
                    <a:pt x="10139" y="0"/>
                    <a:pt x="10003" y="12"/>
                    <a:pt x="9884" y="23"/>
                  </a:cubicBezTo>
                  <a:lnTo>
                    <a:pt x="2255" y="739"/>
                  </a:lnTo>
                  <a:cubicBezTo>
                    <a:pt x="678" y="855"/>
                    <a:pt x="-390" y="2068"/>
                    <a:pt x="136" y="3153"/>
                  </a:cubicBezTo>
                  <a:lnTo>
                    <a:pt x="7748" y="18712"/>
                  </a:lnTo>
                  <a:lnTo>
                    <a:pt x="7392" y="20156"/>
                  </a:lnTo>
                  <a:cubicBezTo>
                    <a:pt x="7223" y="20872"/>
                    <a:pt x="7918" y="21600"/>
                    <a:pt x="9172" y="21600"/>
                  </a:cubicBezTo>
                  <a:lnTo>
                    <a:pt x="14293" y="21600"/>
                  </a:lnTo>
                  <a:lnTo>
                    <a:pt x="19243" y="20156"/>
                  </a:lnTo>
                  <a:cubicBezTo>
                    <a:pt x="20498" y="19671"/>
                    <a:pt x="21210" y="18597"/>
                    <a:pt x="20854" y="17627"/>
                  </a:cubicBezTo>
                  <a:lnTo>
                    <a:pt x="12529" y="1224"/>
                  </a:lnTo>
                  <a:cubicBezTo>
                    <a:pt x="12207" y="462"/>
                    <a:pt x="11326" y="0"/>
                    <a:pt x="10257" y="0"/>
                  </a:cubicBezTo>
                  <a:close/>
                </a:path>
              </a:pathLst>
            </a:custGeom>
            <a:solidFill>
              <a:srgbClr val="24242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53" name="Google Shape;589;p36"/>
            <p:cNvSpPr/>
            <p:nvPr/>
          </p:nvSpPr>
          <p:spPr>
            <a:xfrm>
              <a:off x="243545" y="1217137"/>
              <a:ext cx="648378" cy="2521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5" h="21600" fill="norm" stroke="1" extrusionOk="0">
                  <a:moveTo>
                    <a:pt x="15920" y="12777"/>
                  </a:moveTo>
                  <a:lnTo>
                    <a:pt x="15920" y="17092"/>
                  </a:lnTo>
                  <a:cubicBezTo>
                    <a:pt x="15920" y="18386"/>
                    <a:pt x="15493" y="19487"/>
                    <a:pt x="14994" y="19487"/>
                  </a:cubicBezTo>
                  <a:lnTo>
                    <a:pt x="12853" y="19487"/>
                  </a:lnTo>
                  <a:cubicBezTo>
                    <a:pt x="12354" y="19487"/>
                    <a:pt x="11923" y="18386"/>
                    <a:pt x="11923" y="17092"/>
                  </a:cubicBezTo>
                  <a:lnTo>
                    <a:pt x="11923" y="12777"/>
                  </a:lnTo>
                  <a:close/>
                  <a:moveTo>
                    <a:pt x="0" y="0"/>
                  </a:moveTo>
                  <a:lnTo>
                    <a:pt x="0" y="8823"/>
                  </a:lnTo>
                  <a:lnTo>
                    <a:pt x="1357" y="12777"/>
                  </a:lnTo>
                  <a:lnTo>
                    <a:pt x="5570" y="12777"/>
                  </a:lnTo>
                  <a:cubicBezTo>
                    <a:pt x="5464" y="14432"/>
                    <a:pt x="5215" y="17373"/>
                    <a:pt x="4643" y="20772"/>
                  </a:cubicBezTo>
                  <a:cubicBezTo>
                    <a:pt x="4609" y="21142"/>
                    <a:pt x="4712" y="21600"/>
                    <a:pt x="4855" y="21600"/>
                  </a:cubicBezTo>
                  <a:lnTo>
                    <a:pt x="10067" y="21600"/>
                  </a:lnTo>
                  <a:cubicBezTo>
                    <a:pt x="10138" y="21600"/>
                    <a:pt x="10248" y="21424"/>
                    <a:pt x="10282" y="21142"/>
                  </a:cubicBezTo>
                  <a:cubicBezTo>
                    <a:pt x="10426" y="19857"/>
                    <a:pt x="10535" y="18483"/>
                    <a:pt x="10638" y="17092"/>
                  </a:cubicBezTo>
                  <a:lnTo>
                    <a:pt x="11246" y="17092"/>
                  </a:lnTo>
                  <a:cubicBezTo>
                    <a:pt x="11246" y="19399"/>
                    <a:pt x="11995" y="21239"/>
                    <a:pt x="12853" y="21239"/>
                  </a:cubicBezTo>
                  <a:lnTo>
                    <a:pt x="14994" y="21239"/>
                  </a:lnTo>
                  <a:cubicBezTo>
                    <a:pt x="15886" y="21239"/>
                    <a:pt x="16601" y="19399"/>
                    <a:pt x="16601" y="17092"/>
                  </a:cubicBezTo>
                  <a:lnTo>
                    <a:pt x="16601" y="12777"/>
                  </a:lnTo>
                  <a:lnTo>
                    <a:pt x="20885" y="12777"/>
                  </a:lnTo>
                  <a:cubicBezTo>
                    <a:pt x="21275" y="12777"/>
                    <a:pt x="21600" y="11861"/>
                    <a:pt x="21562" y="10848"/>
                  </a:cubicBezTo>
                  <a:lnTo>
                    <a:pt x="21313" y="4869"/>
                  </a:lnTo>
                  <a:lnTo>
                    <a:pt x="19350" y="458"/>
                  </a:lnTo>
                  <a:cubicBezTo>
                    <a:pt x="19172" y="185"/>
                    <a:pt x="18991" y="0"/>
                    <a:pt x="18817" y="0"/>
                  </a:cubicBezTo>
                  <a:close/>
                </a:path>
              </a:pathLst>
            </a:custGeom>
            <a:solidFill>
              <a:srgbClr val="17171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54" name="Google Shape;590;p36"/>
            <p:cNvSpPr/>
            <p:nvPr/>
          </p:nvSpPr>
          <p:spPr>
            <a:xfrm>
              <a:off x="330620" y="1228960"/>
              <a:ext cx="383599" cy="493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47" h="21600" fill="norm" stroke="1" extrusionOk="0">
                  <a:moveTo>
                    <a:pt x="718" y="0"/>
                  </a:moveTo>
                  <a:cubicBezTo>
                    <a:pt x="293" y="0"/>
                    <a:pt x="0" y="2340"/>
                    <a:pt x="0" y="5625"/>
                  </a:cubicBezTo>
                  <a:lnTo>
                    <a:pt x="0" y="21600"/>
                  </a:lnTo>
                  <a:lnTo>
                    <a:pt x="20996" y="21600"/>
                  </a:lnTo>
                  <a:cubicBezTo>
                    <a:pt x="21416" y="21600"/>
                    <a:pt x="21600" y="17865"/>
                    <a:pt x="21295" y="15480"/>
                  </a:cubicBezTo>
                  <a:lnTo>
                    <a:pt x="20519" y="11295"/>
                  </a:lnTo>
                  <a:cubicBezTo>
                    <a:pt x="20335" y="9855"/>
                    <a:pt x="20094" y="9405"/>
                    <a:pt x="19858" y="9405"/>
                  </a:cubicBezTo>
                  <a:lnTo>
                    <a:pt x="11639" y="9405"/>
                  </a:lnTo>
                  <a:cubicBezTo>
                    <a:pt x="11639" y="4230"/>
                    <a:pt x="10978" y="0"/>
                    <a:pt x="10317" y="0"/>
                  </a:cubicBezTo>
                  <a:close/>
                </a:path>
              </a:pathLst>
            </a:custGeom>
            <a:solidFill>
              <a:srgbClr val="87878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55" name="Google Shape;591;p36"/>
            <p:cNvSpPr/>
            <p:nvPr/>
          </p:nvSpPr>
          <p:spPr>
            <a:xfrm>
              <a:off x="0" y="1273990"/>
              <a:ext cx="20356" cy="408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7964" y="0"/>
                  </a:moveTo>
                  <a:cubicBezTo>
                    <a:pt x="3382" y="0"/>
                    <a:pt x="0" y="1687"/>
                    <a:pt x="0" y="3972"/>
                  </a:cubicBezTo>
                  <a:lnTo>
                    <a:pt x="0" y="17628"/>
                  </a:lnTo>
                  <a:cubicBezTo>
                    <a:pt x="0" y="19859"/>
                    <a:pt x="3382" y="21600"/>
                    <a:pt x="7964" y="21600"/>
                  </a:cubicBez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17171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56" name="Google Shape;592;p36"/>
            <p:cNvSpPr/>
            <p:nvPr/>
          </p:nvSpPr>
          <p:spPr>
            <a:xfrm>
              <a:off x="431472" y="1388826"/>
              <a:ext cx="94376" cy="471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6376" y="0"/>
                  </a:moveTo>
                  <a:cubicBezTo>
                    <a:pt x="4424" y="0"/>
                    <a:pt x="2682" y="2965"/>
                    <a:pt x="2188" y="6400"/>
                  </a:cubicBezTo>
                  <a:lnTo>
                    <a:pt x="0" y="21600"/>
                  </a:lnTo>
                  <a:lnTo>
                    <a:pt x="15224" y="21600"/>
                  </a:lnTo>
                  <a:cubicBezTo>
                    <a:pt x="17200" y="21600"/>
                    <a:pt x="18894" y="19200"/>
                    <a:pt x="19388" y="15247"/>
                  </a:cubicBezTo>
                  <a:lnTo>
                    <a:pt x="21600" y="0"/>
                  </a:lnTo>
                  <a:close/>
                </a:path>
              </a:pathLst>
            </a:custGeom>
            <a:solidFill>
              <a:srgbClr val="87878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57" name="Google Shape;593;p36"/>
            <p:cNvSpPr/>
            <p:nvPr/>
          </p:nvSpPr>
          <p:spPr>
            <a:xfrm>
              <a:off x="525501" y="1285813"/>
              <a:ext cx="254217" cy="773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89" h="21600" fill="norm" stroke="1" extrusionOk="0">
                  <a:moveTo>
                    <a:pt x="18815" y="0"/>
                  </a:moveTo>
                  <a:lnTo>
                    <a:pt x="16078" y="3906"/>
                  </a:lnTo>
                  <a:cubicBezTo>
                    <a:pt x="15909" y="4194"/>
                    <a:pt x="15706" y="4366"/>
                    <a:pt x="15495" y="4366"/>
                  </a:cubicBezTo>
                  <a:cubicBezTo>
                    <a:pt x="15284" y="4366"/>
                    <a:pt x="15064" y="4194"/>
                    <a:pt x="14845" y="3906"/>
                  </a:cubicBezTo>
                  <a:lnTo>
                    <a:pt x="13873" y="2384"/>
                  </a:lnTo>
                  <a:cubicBezTo>
                    <a:pt x="13400" y="1924"/>
                    <a:pt x="12927" y="1609"/>
                    <a:pt x="12454" y="1609"/>
                  </a:cubicBezTo>
                  <a:cubicBezTo>
                    <a:pt x="12049" y="1609"/>
                    <a:pt x="11635" y="1838"/>
                    <a:pt x="11229" y="2384"/>
                  </a:cubicBezTo>
                  <a:lnTo>
                    <a:pt x="205" y="16200"/>
                  </a:lnTo>
                  <a:lnTo>
                    <a:pt x="121" y="16487"/>
                  </a:lnTo>
                  <a:cubicBezTo>
                    <a:pt x="-141" y="17981"/>
                    <a:pt x="28" y="20106"/>
                    <a:pt x="560" y="20997"/>
                  </a:cubicBezTo>
                  <a:lnTo>
                    <a:pt x="1092" y="20106"/>
                  </a:lnTo>
                  <a:cubicBezTo>
                    <a:pt x="1151" y="20049"/>
                    <a:pt x="1211" y="20020"/>
                    <a:pt x="1278" y="20020"/>
                  </a:cubicBezTo>
                  <a:cubicBezTo>
                    <a:pt x="1565" y="20020"/>
                    <a:pt x="1827" y="20595"/>
                    <a:pt x="1971" y="21600"/>
                  </a:cubicBezTo>
                  <a:lnTo>
                    <a:pt x="2055" y="21600"/>
                  </a:lnTo>
                  <a:lnTo>
                    <a:pt x="20226" y="13184"/>
                  </a:lnTo>
                  <a:lnTo>
                    <a:pt x="20488" y="11690"/>
                  </a:lnTo>
                  <a:cubicBezTo>
                    <a:pt x="21459" y="6894"/>
                    <a:pt x="20572" y="316"/>
                    <a:pt x="18815" y="0"/>
                  </a:cubicBezTo>
                  <a:close/>
                </a:path>
              </a:pathLst>
            </a:custGeom>
            <a:solidFill>
              <a:srgbClr val="17171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58" name="Google Shape;594;p36"/>
            <p:cNvSpPr/>
            <p:nvPr/>
          </p:nvSpPr>
          <p:spPr>
            <a:xfrm>
              <a:off x="739476" y="1295477"/>
              <a:ext cx="30020" cy="311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0"/>
                  </a:moveTo>
                  <a:cubicBezTo>
                    <a:pt x="4586" y="0"/>
                    <a:pt x="0" y="5204"/>
                    <a:pt x="0" y="11121"/>
                  </a:cubicBezTo>
                  <a:cubicBezTo>
                    <a:pt x="0" y="16396"/>
                    <a:pt x="4586" y="21600"/>
                    <a:pt x="10800" y="21600"/>
                  </a:cubicBezTo>
                  <a:cubicBezTo>
                    <a:pt x="16940" y="21600"/>
                    <a:pt x="21600" y="16396"/>
                    <a:pt x="21600" y="11121"/>
                  </a:cubicBezTo>
                  <a:cubicBezTo>
                    <a:pt x="21600" y="5204"/>
                    <a:pt x="16940" y="0"/>
                    <a:pt x="10800" y="0"/>
                  </a:cubicBezTo>
                  <a:close/>
                </a:path>
              </a:pathLst>
            </a:custGeom>
            <a:solidFill>
              <a:srgbClr val="24242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59" name="Google Shape;595;p36"/>
            <p:cNvSpPr/>
            <p:nvPr/>
          </p:nvSpPr>
          <p:spPr>
            <a:xfrm>
              <a:off x="104038" y="1204081"/>
              <a:ext cx="195331" cy="1718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6916" y="0"/>
                  </a:moveTo>
                  <a:cubicBezTo>
                    <a:pt x="16859" y="0"/>
                    <a:pt x="16803" y="13"/>
                    <a:pt x="16746" y="13"/>
                  </a:cubicBezTo>
                  <a:lnTo>
                    <a:pt x="2501" y="426"/>
                  </a:lnTo>
                  <a:cubicBezTo>
                    <a:pt x="1899" y="426"/>
                    <a:pt x="1432" y="969"/>
                    <a:pt x="1432" y="1641"/>
                  </a:cubicBezTo>
                  <a:lnTo>
                    <a:pt x="1432" y="5956"/>
                  </a:lnTo>
                  <a:lnTo>
                    <a:pt x="1194" y="5956"/>
                  </a:lnTo>
                  <a:cubicBezTo>
                    <a:pt x="603" y="5956"/>
                    <a:pt x="0" y="6498"/>
                    <a:pt x="0" y="7299"/>
                  </a:cubicBezTo>
                  <a:lnTo>
                    <a:pt x="0" y="16071"/>
                  </a:lnTo>
                  <a:cubicBezTo>
                    <a:pt x="0" y="16885"/>
                    <a:pt x="603" y="17427"/>
                    <a:pt x="1194" y="17427"/>
                  </a:cubicBezTo>
                  <a:lnTo>
                    <a:pt x="4877" y="17427"/>
                  </a:lnTo>
                  <a:cubicBezTo>
                    <a:pt x="7128" y="17427"/>
                    <a:pt x="9379" y="17815"/>
                    <a:pt x="11516" y="18771"/>
                  </a:cubicBezTo>
                  <a:lnTo>
                    <a:pt x="15904" y="20657"/>
                  </a:lnTo>
                  <a:cubicBezTo>
                    <a:pt x="17212" y="21329"/>
                    <a:pt x="18644" y="21600"/>
                    <a:pt x="20065" y="21600"/>
                  </a:cubicBezTo>
                  <a:cubicBezTo>
                    <a:pt x="20895" y="21600"/>
                    <a:pt x="21600" y="20786"/>
                    <a:pt x="21600" y="19843"/>
                  </a:cubicBezTo>
                  <a:lnTo>
                    <a:pt x="21600" y="9728"/>
                  </a:lnTo>
                  <a:cubicBezTo>
                    <a:pt x="21600" y="9056"/>
                    <a:pt x="21134" y="8526"/>
                    <a:pt x="20543" y="8526"/>
                  </a:cubicBezTo>
                  <a:lnTo>
                    <a:pt x="17928" y="8526"/>
                  </a:lnTo>
                  <a:lnTo>
                    <a:pt x="17928" y="1240"/>
                  </a:lnTo>
                  <a:cubicBezTo>
                    <a:pt x="17928" y="620"/>
                    <a:pt x="17530" y="0"/>
                    <a:pt x="16916" y="0"/>
                  </a:cubicBezTo>
                  <a:close/>
                </a:path>
              </a:pathLst>
            </a:custGeom>
            <a:solidFill>
              <a:srgbClr val="87878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60" name="Google Shape;596;p36"/>
            <p:cNvSpPr/>
            <p:nvPr/>
          </p:nvSpPr>
          <p:spPr>
            <a:xfrm>
              <a:off x="326005" y="1293318"/>
              <a:ext cx="177329" cy="515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99" h="21600" fill="norm" stroke="1" extrusionOk="0">
                  <a:moveTo>
                    <a:pt x="1856" y="0"/>
                  </a:moveTo>
                  <a:cubicBezTo>
                    <a:pt x="1594" y="0"/>
                    <a:pt x="1332" y="905"/>
                    <a:pt x="1332" y="1811"/>
                  </a:cubicBezTo>
                  <a:lnTo>
                    <a:pt x="36" y="18453"/>
                  </a:lnTo>
                  <a:cubicBezTo>
                    <a:pt x="-101" y="20263"/>
                    <a:pt x="161" y="21600"/>
                    <a:pt x="684" y="21600"/>
                  </a:cubicBezTo>
                  <a:lnTo>
                    <a:pt x="19555" y="21600"/>
                  </a:lnTo>
                  <a:cubicBezTo>
                    <a:pt x="19816" y="21600"/>
                    <a:pt x="20066" y="20738"/>
                    <a:pt x="20190" y="19832"/>
                  </a:cubicBezTo>
                  <a:lnTo>
                    <a:pt x="21499" y="3147"/>
                  </a:lnTo>
                  <a:cubicBezTo>
                    <a:pt x="21499" y="1337"/>
                    <a:pt x="21237" y="0"/>
                    <a:pt x="20851" y="0"/>
                  </a:cubicBezTo>
                  <a:close/>
                </a:path>
              </a:pathLst>
            </a:custGeom>
            <a:solidFill>
              <a:srgbClr val="87878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61" name="Google Shape;597;p36"/>
            <p:cNvSpPr/>
            <p:nvPr/>
          </p:nvSpPr>
          <p:spPr>
            <a:xfrm>
              <a:off x="147011" y="1247157"/>
              <a:ext cx="93450" cy="268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0" y="18207"/>
                  </a:lnTo>
                  <a:cubicBezTo>
                    <a:pt x="0" y="19945"/>
                    <a:pt x="261" y="21600"/>
                    <a:pt x="998" y="21600"/>
                  </a:cubicBezTo>
                  <a:lnTo>
                    <a:pt x="21600" y="21600"/>
                  </a:lnTo>
                  <a:lnTo>
                    <a:pt x="21600" y="3476"/>
                  </a:lnTo>
                  <a:cubicBezTo>
                    <a:pt x="21600" y="1738"/>
                    <a:pt x="21101" y="0"/>
                    <a:pt x="20602" y="0"/>
                  </a:cubicBezTo>
                  <a:close/>
                </a:path>
              </a:pathLst>
            </a:custGeom>
            <a:solidFill>
              <a:srgbClr val="87878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62" name="Google Shape;598;p36"/>
            <p:cNvSpPr/>
            <p:nvPr/>
          </p:nvSpPr>
          <p:spPr>
            <a:xfrm>
              <a:off x="1223728" y="3210266"/>
              <a:ext cx="462281" cy="3927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51" h="21600" fill="norm" stroke="1" extrusionOk="0">
                  <a:moveTo>
                    <a:pt x="11706" y="0"/>
                  </a:moveTo>
                  <a:cubicBezTo>
                    <a:pt x="11219" y="0"/>
                    <a:pt x="10718" y="17"/>
                    <a:pt x="10203" y="51"/>
                  </a:cubicBezTo>
                  <a:cubicBezTo>
                    <a:pt x="10938" y="3828"/>
                    <a:pt x="11228" y="7667"/>
                    <a:pt x="11083" y="11507"/>
                  </a:cubicBezTo>
                  <a:cubicBezTo>
                    <a:pt x="8541" y="11507"/>
                    <a:pt x="5508" y="12276"/>
                    <a:pt x="3411" y="13927"/>
                  </a:cubicBezTo>
                  <a:cubicBezTo>
                    <a:pt x="1262" y="15516"/>
                    <a:pt x="-255" y="18530"/>
                    <a:pt x="35" y="21600"/>
                  </a:cubicBezTo>
                  <a:lnTo>
                    <a:pt x="20853" y="21600"/>
                  </a:lnTo>
                  <a:cubicBezTo>
                    <a:pt x="21345" y="14990"/>
                    <a:pt x="20853" y="8555"/>
                    <a:pt x="20072" y="2002"/>
                  </a:cubicBezTo>
                  <a:cubicBezTo>
                    <a:pt x="17179" y="633"/>
                    <a:pt x="14679" y="0"/>
                    <a:pt x="11706" y="0"/>
                  </a:cubicBezTo>
                  <a:close/>
                </a:path>
              </a:pathLst>
            </a:custGeom>
            <a:solidFill>
              <a:srgbClr val="004B8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63" name="Google Shape;599;p36"/>
            <p:cNvSpPr/>
            <p:nvPr/>
          </p:nvSpPr>
          <p:spPr>
            <a:xfrm>
              <a:off x="1223728" y="3210266"/>
              <a:ext cx="462281" cy="3927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51" h="21600" fill="norm" stroke="1" extrusionOk="0">
                  <a:moveTo>
                    <a:pt x="11706" y="0"/>
                  </a:moveTo>
                  <a:cubicBezTo>
                    <a:pt x="11219" y="0"/>
                    <a:pt x="10718" y="17"/>
                    <a:pt x="10203" y="51"/>
                  </a:cubicBezTo>
                  <a:cubicBezTo>
                    <a:pt x="10938" y="3828"/>
                    <a:pt x="11228" y="7667"/>
                    <a:pt x="11083" y="11507"/>
                  </a:cubicBezTo>
                  <a:cubicBezTo>
                    <a:pt x="8541" y="11507"/>
                    <a:pt x="5508" y="12276"/>
                    <a:pt x="3411" y="13927"/>
                  </a:cubicBezTo>
                  <a:cubicBezTo>
                    <a:pt x="1262" y="15516"/>
                    <a:pt x="-255" y="18530"/>
                    <a:pt x="35" y="21600"/>
                  </a:cubicBezTo>
                  <a:lnTo>
                    <a:pt x="20853" y="21600"/>
                  </a:lnTo>
                  <a:cubicBezTo>
                    <a:pt x="21345" y="14990"/>
                    <a:pt x="20853" y="8555"/>
                    <a:pt x="20072" y="2002"/>
                  </a:cubicBezTo>
                  <a:cubicBezTo>
                    <a:pt x="17179" y="633"/>
                    <a:pt x="14679" y="0"/>
                    <a:pt x="11706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64" name="Google Shape;600;p36"/>
            <p:cNvSpPr/>
            <p:nvPr/>
          </p:nvSpPr>
          <p:spPr>
            <a:xfrm>
              <a:off x="1341512" y="1444856"/>
              <a:ext cx="438968" cy="18329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3" h="21600" fill="norm" stroke="1" extrusionOk="0">
                  <a:moveTo>
                    <a:pt x="10417" y="0"/>
                  </a:moveTo>
                  <a:cubicBezTo>
                    <a:pt x="6942" y="0"/>
                    <a:pt x="3574" y="194"/>
                    <a:pt x="255" y="694"/>
                  </a:cubicBezTo>
                  <a:cubicBezTo>
                    <a:pt x="-667" y="7675"/>
                    <a:pt x="921" y="14682"/>
                    <a:pt x="4917" y="21600"/>
                  </a:cubicBezTo>
                  <a:lnTo>
                    <a:pt x="16124" y="21600"/>
                  </a:lnTo>
                  <a:cubicBezTo>
                    <a:pt x="19551" y="14618"/>
                    <a:pt x="20472" y="7485"/>
                    <a:pt x="20933" y="453"/>
                  </a:cubicBezTo>
                  <a:cubicBezTo>
                    <a:pt x="17295" y="184"/>
                    <a:pt x="13805" y="0"/>
                    <a:pt x="10417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65" name="Google Shape;601;p36"/>
            <p:cNvSpPr/>
            <p:nvPr/>
          </p:nvSpPr>
          <p:spPr>
            <a:xfrm>
              <a:off x="1341512" y="1444856"/>
              <a:ext cx="438968" cy="18329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3" h="21600" fill="norm" stroke="1" extrusionOk="0">
                  <a:moveTo>
                    <a:pt x="10417" y="0"/>
                  </a:moveTo>
                  <a:cubicBezTo>
                    <a:pt x="6942" y="0"/>
                    <a:pt x="3574" y="194"/>
                    <a:pt x="255" y="694"/>
                  </a:cubicBezTo>
                  <a:cubicBezTo>
                    <a:pt x="-667" y="7675"/>
                    <a:pt x="921" y="14682"/>
                    <a:pt x="4917" y="21600"/>
                  </a:cubicBezTo>
                  <a:lnTo>
                    <a:pt x="16124" y="21600"/>
                  </a:lnTo>
                  <a:cubicBezTo>
                    <a:pt x="19551" y="14618"/>
                    <a:pt x="20472" y="7485"/>
                    <a:pt x="20933" y="453"/>
                  </a:cubicBezTo>
                  <a:cubicBezTo>
                    <a:pt x="17295" y="184"/>
                    <a:pt x="13805" y="0"/>
                    <a:pt x="10417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66" name="Google Shape;602;p36"/>
            <p:cNvSpPr/>
            <p:nvPr/>
          </p:nvSpPr>
          <p:spPr>
            <a:xfrm>
              <a:off x="1548999" y="3210266"/>
              <a:ext cx="463102" cy="3927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43" h="21600" fill="norm" stroke="1" extrusionOk="0">
                  <a:moveTo>
                    <a:pt x="11723" y="0"/>
                  </a:moveTo>
                  <a:cubicBezTo>
                    <a:pt x="11237" y="0"/>
                    <a:pt x="10737" y="17"/>
                    <a:pt x="10223" y="51"/>
                  </a:cubicBezTo>
                  <a:cubicBezTo>
                    <a:pt x="10957" y="3828"/>
                    <a:pt x="11200" y="7667"/>
                    <a:pt x="11055" y="11507"/>
                  </a:cubicBezTo>
                  <a:cubicBezTo>
                    <a:pt x="8565" y="11507"/>
                    <a:pt x="5543" y="12276"/>
                    <a:pt x="3399" y="13927"/>
                  </a:cubicBezTo>
                  <a:cubicBezTo>
                    <a:pt x="1301" y="15516"/>
                    <a:pt x="-259" y="18530"/>
                    <a:pt x="35" y="21600"/>
                  </a:cubicBezTo>
                  <a:lnTo>
                    <a:pt x="20855" y="21600"/>
                  </a:lnTo>
                  <a:cubicBezTo>
                    <a:pt x="21341" y="14990"/>
                    <a:pt x="20808" y="8555"/>
                    <a:pt x="20075" y="2002"/>
                  </a:cubicBezTo>
                  <a:cubicBezTo>
                    <a:pt x="17184" y="633"/>
                    <a:pt x="14689" y="0"/>
                    <a:pt x="11723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67" name="Google Shape;603;p36"/>
            <p:cNvSpPr/>
            <p:nvPr/>
          </p:nvSpPr>
          <p:spPr>
            <a:xfrm>
              <a:off x="1506518" y="1444856"/>
              <a:ext cx="498283" cy="18329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47" h="21600" fill="norm" stroke="1" extrusionOk="0">
                  <a:moveTo>
                    <a:pt x="8972" y="0"/>
                  </a:moveTo>
                  <a:cubicBezTo>
                    <a:pt x="5922" y="0"/>
                    <a:pt x="2967" y="194"/>
                    <a:pt x="56" y="694"/>
                  </a:cubicBezTo>
                  <a:cubicBezTo>
                    <a:pt x="-753" y="7675"/>
                    <a:pt x="7509" y="14682"/>
                    <a:pt x="11010" y="21600"/>
                  </a:cubicBezTo>
                  <a:lnTo>
                    <a:pt x="20847" y="21600"/>
                  </a:lnTo>
                  <a:cubicBezTo>
                    <a:pt x="19591" y="14264"/>
                    <a:pt x="17746" y="7485"/>
                    <a:pt x="18198" y="453"/>
                  </a:cubicBezTo>
                  <a:cubicBezTo>
                    <a:pt x="15006" y="184"/>
                    <a:pt x="11944" y="0"/>
                    <a:pt x="8972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68" name="Google Shape;604;p36"/>
            <p:cNvSpPr/>
            <p:nvPr/>
          </p:nvSpPr>
          <p:spPr>
            <a:xfrm>
              <a:off x="1743984" y="1821440"/>
              <a:ext cx="145984" cy="14563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4122" y="7194"/>
                    <a:pt x="10009" y="14437"/>
                    <a:pt x="17949" y="21600"/>
                  </a:cubicBezTo>
                  <a:lnTo>
                    <a:pt x="21600" y="21600"/>
                  </a:lnTo>
                  <a:cubicBezTo>
                    <a:pt x="13660" y="14453"/>
                    <a:pt x="7788" y="7241"/>
                    <a:pt x="3651" y="63"/>
                  </a:cubicBezTo>
                  <a:cubicBezTo>
                    <a:pt x="2540" y="30"/>
                    <a:pt x="1263" y="15"/>
                    <a:pt x="0" y="0"/>
                  </a:cubicBezTo>
                  <a:close/>
                </a:path>
              </a:pathLst>
            </a:custGeom>
            <a:solidFill>
              <a:srgbClr val="A3137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69" name="Google Shape;605;p36"/>
            <p:cNvSpPr/>
            <p:nvPr/>
          </p:nvSpPr>
          <p:spPr>
            <a:xfrm>
              <a:off x="1343661" y="1652835"/>
              <a:ext cx="167470" cy="966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6776" y="8410"/>
                    <a:pt x="13976" y="15603"/>
                    <a:pt x="21600" y="21600"/>
                  </a:cubicBezTo>
                  <a:cubicBezTo>
                    <a:pt x="21322" y="15120"/>
                    <a:pt x="21176" y="8640"/>
                    <a:pt x="21043" y="2183"/>
                  </a:cubicBezTo>
                  <a:cubicBezTo>
                    <a:pt x="13976" y="2183"/>
                    <a:pt x="6922" y="1448"/>
                    <a:pt x="0" y="0"/>
                  </a:cubicBezTo>
                  <a:close/>
                </a:path>
              </a:pathLst>
            </a:custGeom>
            <a:solidFill>
              <a:srgbClr val="BE1F8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grpSp>
          <p:nvGrpSpPr>
            <p:cNvPr id="672" name="Google Shape;606;p36"/>
            <p:cNvGrpSpPr/>
            <p:nvPr/>
          </p:nvGrpSpPr>
          <p:grpSpPr>
            <a:xfrm>
              <a:off x="1934373" y="1614180"/>
              <a:ext cx="12701" cy="222271"/>
              <a:chOff x="0" y="0"/>
              <a:chExt cx="12700" cy="222269"/>
            </a:xfrm>
          </p:grpSpPr>
          <p:sp>
            <p:nvSpPr>
              <p:cNvPr id="670" name="Line"/>
              <p:cNvSpPr/>
              <p:nvPr/>
            </p:nvSpPr>
            <p:spPr>
              <a:xfrm>
                <a:off x="0" y="0"/>
                <a:ext cx="12700" cy="2222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4998" h="21600" fill="norm" stroke="1" extrusionOk="0">
                    <a:moveTo>
                      <a:pt x="4712" y="0"/>
                    </a:moveTo>
                    <a:cubicBezTo>
                      <a:pt x="-6602" y="7203"/>
                      <a:pt x="4712" y="14397"/>
                      <a:pt x="14998" y="21600"/>
                    </a:cubicBezTo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671" name="Line"/>
              <p:cNvSpPr/>
              <p:nvPr/>
            </p:nvSpPr>
            <p:spPr>
              <a:xfrm>
                <a:off x="0" y="0"/>
                <a:ext cx="12700" cy="2222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4998" h="21600" fill="norm" stroke="1" extrusionOk="0">
                    <a:moveTo>
                      <a:pt x="14998" y="21600"/>
                    </a:moveTo>
                    <a:cubicBezTo>
                      <a:pt x="4712" y="14397"/>
                      <a:pt x="-6602" y="7203"/>
                      <a:pt x="4712" y="0"/>
                    </a:cubicBezTo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>
                    <a:solidFill>
                      <a:srgbClr val="000000"/>
                    </a:solidFill>
                  </a:defRPr>
                </a:pPr>
              </a:p>
            </p:txBody>
          </p:sp>
        </p:grpSp>
        <p:sp>
          <p:nvSpPr>
            <p:cNvPr id="673" name="Google Shape;607;p36"/>
            <p:cNvSpPr/>
            <p:nvPr/>
          </p:nvSpPr>
          <p:spPr>
            <a:xfrm>
              <a:off x="1506813" y="1614180"/>
              <a:ext cx="434660" cy="2222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1357" y="3337"/>
                  </a:moveTo>
                  <a:cubicBezTo>
                    <a:pt x="7730" y="4176"/>
                    <a:pt x="4056" y="4706"/>
                    <a:pt x="429" y="4706"/>
                  </a:cubicBezTo>
                  <a:lnTo>
                    <a:pt x="0" y="4706"/>
                  </a:lnTo>
                  <a:cubicBezTo>
                    <a:pt x="51" y="7513"/>
                    <a:pt x="107" y="10330"/>
                    <a:pt x="215" y="13148"/>
                  </a:cubicBezTo>
                  <a:cubicBezTo>
                    <a:pt x="3893" y="16385"/>
                    <a:pt x="7786" y="18773"/>
                    <a:pt x="11786" y="20141"/>
                  </a:cubicBezTo>
                  <a:cubicBezTo>
                    <a:pt x="11628" y="14507"/>
                    <a:pt x="11464" y="8972"/>
                    <a:pt x="11357" y="3337"/>
                  </a:cubicBezTo>
                  <a:close/>
                  <a:moveTo>
                    <a:pt x="21549" y="0"/>
                  </a:moveTo>
                  <a:cubicBezTo>
                    <a:pt x="18611" y="1259"/>
                    <a:pt x="15628" y="2298"/>
                    <a:pt x="12532" y="3137"/>
                  </a:cubicBezTo>
                  <a:cubicBezTo>
                    <a:pt x="12695" y="8872"/>
                    <a:pt x="12854" y="14716"/>
                    <a:pt x="13012" y="20551"/>
                  </a:cubicBezTo>
                  <a:cubicBezTo>
                    <a:pt x="15469" y="21280"/>
                    <a:pt x="17922" y="21600"/>
                    <a:pt x="20374" y="21600"/>
                  </a:cubicBezTo>
                  <a:lnTo>
                    <a:pt x="21600" y="21600"/>
                  </a:lnTo>
                  <a:cubicBezTo>
                    <a:pt x="21549" y="14397"/>
                    <a:pt x="21493" y="7203"/>
                    <a:pt x="21549" y="0"/>
                  </a:cubicBezTo>
                  <a:close/>
                </a:path>
              </a:pathLst>
            </a:custGeom>
            <a:solidFill>
              <a:srgbClr val="A3137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74" name="Google Shape;608;p36"/>
            <p:cNvSpPr/>
            <p:nvPr/>
          </p:nvSpPr>
          <p:spPr>
            <a:xfrm>
              <a:off x="1735348" y="1646461"/>
              <a:ext cx="33310" cy="1791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5333" y="0"/>
                  </a:moveTo>
                  <a:cubicBezTo>
                    <a:pt x="10467" y="124"/>
                    <a:pt x="4933" y="248"/>
                    <a:pt x="0" y="248"/>
                  </a:cubicBezTo>
                  <a:cubicBezTo>
                    <a:pt x="1400" y="7237"/>
                    <a:pt x="3533" y="14103"/>
                    <a:pt x="5600" y="21092"/>
                  </a:cubicBezTo>
                  <a:cubicBezTo>
                    <a:pt x="11133" y="21216"/>
                    <a:pt x="16733" y="21340"/>
                    <a:pt x="21600" y="21600"/>
                  </a:cubicBezTo>
                  <a:cubicBezTo>
                    <a:pt x="19533" y="14363"/>
                    <a:pt x="17467" y="7113"/>
                    <a:pt x="15333" y="0"/>
                  </a:cubicBezTo>
                  <a:close/>
                </a:path>
              </a:pathLst>
            </a:custGeom>
            <a:solidFill>
              <a:srgbClr val="BE1F8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75" name="Google Shape;609;p36"/>
            <p:cNvSpPr/>
            <p:nvPr/>
          </p:nvSpPr>
          <p:spPr>
            <a:xfrm>
              <a:off x="1253468" y="494503"/>
              <a:ext cx="725609" cy="11676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43" h="21600" fill="norm" stroke="1" extrusionOk="0">
                  <a:moveTo>
                    <a:pt x="9884" y="0"/>
                  </a:moveTo>
                  <a:cubicBezTo>
                    <a:pt x="7627" y="0"/>
                    <a:pt x="5370" y="493"/>
                    <a:pt x="3704" y="1476"/>
                  </a:cubicBezTo>
                  <a:cubicBezTo>
                    <a:pt x="1650" y="2685"/>
                    <a:pt x="561" y="4454"/>
                    <a:pt x="189" y="6221"/>
                  </a:cubicBezTo>
                  <a:cubicBezTo>
                    <a:pt x="-184" y="8006"/>
                    <a:pt x="63" y="9794"/>
                    <a:pt x="344" y="11580"/>
                  </a:cubicBezTo>
                  <a:cubicBezTo>
                    <a:pt x="842" y="14835"/>
                    <a:pt x="1339" y="18091"/>
                    <a:pt x="1837" y="21368"/>
                  </a:cubicBezTo>
                  <a:cubicBezTo>
                    <a:pt x="3686" y="21528"/>
                    <a:pt x="5615" y="21600"/>
                    <a:pt x="7571" y="21600"/>
                  </a:cubicBezTo>
                  <a:cubicBezTo>
                    <a:pt x="11736" y="21600"/>
                    <a:pt x="16023" y="21267"/>
                    <a:pt x="19922" y="20712"/>
                  </a:cubicBezTo>
                  <a:cubicBezTo>
                    <a:pt x="21416" y="16385"/>
                    <a:pt x="21321" y="11878"/>
                    <a:pt x="20200" y="7491"/>
                  </a:cubicBezTo>
                  <a:cubicBezTo>
                    <a:pt x="19639" y="5247"/>
                    <a:pt x="18614" y="2925"/>
                    <a:pt x="15969" y="1415"/>
                  </a:cubicBezTo>
                  <a:cubicBezTo>
                    <a:pt x="14305" y="472"/>
                    <a:pt x="12093" y="0"/>
                    <a:pt x="9884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76" name="Google Shape;610;p36"/>
            <p:cNvSpPr/>
            <p:nvPr/>
          </p:nvSpPr>
          <p:spPr>
            <a:xfrm>
              <a:off x="1378005" y="609648"/>
              <a:ext cx="120276" cy="6879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16" h="21600" fill="norm" stroke="1" extrusionOk="0">
                  <a:moveTo>
                    <a:pt x="21416" y="0"/>
                  </a:moveTo>
                  <a:cubicBezTo>
                    <a:pt x="19494" y="203"/>
                    <a:pt x="17389" y="403"/>
                    <a:pt x="15302" y="607"/>
                  </a:cubicBezTo>
                  <a:cubicBezTo>
                    <a:pt x="6314" y="4784"/>
                    <a:pt x="1152" y="9538"/>
                    <a:pt x="182" y="14860"/>
                  </a:cubicBezTo>
                  <a:cubicBezTo>
                    <a:pt x="-184" y="17084"/>
                    <a:pt x="-1" y="19341"/>
                    <a:pt x="768" y="21600"/>
                  </a:cubicBezTo>
                  <a:cubicBezTo>
                    <a:pt x="2305" y="21397"/>
                    <a:pt x="3623" y="21197"/>
                    <a:pt x="4978" y="20958"/>
                  </a:cubicBezTo>
                  <a:cubicBezTo>
                    <a:pt x="4392" y="18937"/>
                    <a:pt x="4209" y="16884"/>
                    <a:pt x="4594" y="14860"/>
                  </a:cubicBezTo>
                  <a:cubicBezTo>
                    <a:pt x="5545" y="9267"/>
                    <a:pt x="11275" y="4280"/>
                    <a:pt x="21416" y="0"/>
                  </a:cubicBezTo>
                  <a:close/>
                </a:path>
              </a:pathLst>
            </a:custGeom>
            <a:solidFill>
              <a:srgbClr val="A3137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77" name="Google Shape;611;p36"/>
            <p:cNvSpPr/>
            <p:nvPr/>
          </p:nvSpPr>
          <p:spPr>
            <a:xfrm>
              <a:off x="1380157" y="545290"/>
              <a:ext cx="37525" cy="300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lose/>
                  <a:moveTo>
                    <a:pt x="592" y="20860"/>
                  </a:moveTo>
                  <a:lnTo>
                    <a:pt x="0" y="20860"/>
                  </a:lnTo>
                  <a:lnTo>
                    <a:pt x="592" y="20860"/>
                  </a:lnTo>
                  <a:close/>
                  <a:moveTo>
                    <a:pt x="21008" y="740"/>
                  </a:moveTo>
                  <a:cubicBezTo>
                    <a:pt x="14203" y="6953"/>
                    <a:pt x="7456" y="13167"/>
                    <a:pt x="1243" y="20047"/>
                  </a:cubicBezTo>
                  <a:cubicBezTo>
                    <a:pt x="7456" y="13167"/>
                    <a:pt x="14203" y="6953"/>
                    <a:pt x="21008" y="740"/>
                  </a:cubicBezTo>
                  <a:close/>
                  <a:moveTo>
                    <a:pt x="21008" y="740"/>
                  </a:moveTo>
                  <a:close/>
                  <a:moveTo>
                    <a:pt x="21600" y="0"/>
                  </a:moveTo>
                  <a:lnTo>
                    <a:pt x="21600" y="740"/>
                  </a:lnTo>
                  <a:close/>
                </a:path>
              </a:pathLst>
            </a:custGeom>
            <a:solidFill>
              <a:schemeClr val="accent3">
                <a:lumOff val="12015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78" name="Google Shape;612;p36"/>
            <p:cNvSpPr/>
            <p:nvPr/>
          </p:nvSpPr>
          <p:spPr>
            <a:xfrm>
              <a:off x="1353325" y="507766"/>
              <a:ext cx="440006" cy="1383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6437" y="0"/>
                  </a:moveTo>
                  <a:lnTo>
                    <a:pt x="15862" y="5360"/>
                  </a:lnTo>
                  <a:cubicBezTo>
                    <a:pt x="14646" y="7703"/>
                    <a:pt x="13278" y="9035"/>
                    <a:pt x="11905" y="9035"/>
                  </a:cubicBezTo>
                  <a:cubicBezTo>
                    <a:pt x="10750" y="9035"/>
                    <a:pt x="9589" y="8200"/>
                    <a:pt x="8484" y="6355"/>
                  </a:cubicBezTo>
                  <a:cubicBezTo>
                    <a:pt x="8009" y="9532"/>
                    <a:pt x="7535" y="12726"/>
                    <a:pt x="7116" y="15903"/>
                  </a:cubicBezTo>
                  <a:cubicBezTo>
                    <a:pt x="7429" y="15406"/>
                    <a:pt x="7691" y="14892"/>
                    <a:pt x="8009" y="14555"/>
                  </a:cubicBezTo>
                  <a:cubicBezTo>
                    <a:pt x="9271" y="12886"/>
                    <a:pt x="10644" y="12389"/>
                    <a:pt x="12011" y="12389"/>
                  </a:cubicBezTo>
                  <a:cubicBezTo>
                    <a:pt x="12698" y="12389"/>
                    <a:pt x="13333" y="12549"/>
                    <a:pt x="14015" y="12726"/>
                  </a:cubicBezTo>
                  <a:cubicBezTo>
                    <a:pt x="14858" y="12886"/>
                    <a:pt x="15756" y="13063"/>
                    <a:pt x="16599" y="13063"/>
                  </a:cubicBezTo>
                  <a:lnTo>
                    <a:pt x="17068" y="13063"/>
                  </a:lnTo>
                  <a:cubicBezTo>
                    <a:pt x="17911" y="9869"/>
                    <a:pt x="19339" y="7863"/>
                    <a:pt x="20545" y="7863"/>
                  </a:cubicBezTo>
                  <a:cubicBezTo>
                    <a:pt x="20757" y="7863"/>
                    <a:pt x="20969" y="7863"/>
                    <a:pt x="21181" y="8040"/>
                  </a:cubicBezTo>
                  <a:cubicBezTo>
                    <a:pt x="21338" y="8200"/>
                    <a:pt x="21444" y="8200"/>
                    <a:pt x="21600" y="8377"/>
                  </a:cubicBezTo>
                  <a:cubicBezTo>
                    <a:pt x="20076" y="4509"/>
                    <a:pt x="18335" y="1669"/>
                    <a:pt x="16437" y="0"/>
                  </a:cubicBezTo>
                  <a:close/>
                  <a:moveTo>
                    <a:pt x="7903" y="0"/>
                  </a:moveTo>
                  <a:cubicBezTo>
                    <a:pt x="7429" y="337"/>
                    <a:pt x="6904" y="658"/>
                    <a:pt x="6379" y="818"/>
                  </a:cubicBezTo>
                  <a:cubicBezTo>
                    <a:pt x="5269" y="2166"/>
                    <a:pt x="4164" y="3835"/>
                    <a:pt x="3159" y="5857"/>
                  </a:cubicBezTo>
                  <a:lnTo>
                    <a:pt x="3159" y="6018"/>
                  </a:lnTo>
                  <a:lnTo>
                    <a:pt x="3109" y="6018"/>
                  </a:lnTo>
                  <a:cubicBezTo>
                    <a:pt x="2528" y="7366"/>
                    <a:pt x="1953" y="8714"/>
                    <a:pt x="1423" y="10206"/>
                  </a:cubicBezTo>
                  <a:lnTo>
                    <a:pt x="1368" y="10383"/>
                  </a:lnTo>
                  <a:lnTo>
                    <a:pt x="1317" y="10383"/>
                  </a:lnTo>
                  <a:lnTo>
                    <a:pt x="1317" y="10543"/>
                  </a:lnTo>
                  <a:cubicBezTo>
                    <a:pt x="843" y="11875"/>
                    <a:pt x="419" y="13400"/>
                    <a:pt x="0" y="14892"/>
                  </a:cubicBezTo>
                  <a:cubicBezTo>
                    <a:pt x="56" y="15406"/>
                    <a:pt x="56" y="16080"/>
                    <a:pt x="106" y="16577"/>
                  </a:cubicBezTo>
                  <a:cubicBezTo>
                    <a:pt x="419" y="20092"/>
                    <a:pt x="1635" y="21600"/>
                    <a:pt x="2796" y="21600"/>
                  </a:cubicBezTo>
                  <a:cubicBezTo>
                    <a:pt x="3215" y="21600"/>
                    <a:pt x="3583" y="21440"/>
                    <a:pt x="3952" y="21103"/>
                  </a:cubicBezTo>
                  <a:cubicBezTo>
                    <a:pt x="4481" y="20589"/>
                    <a:pt x="4951" y="19771"/>
                    <a:pt x="5430" y="18920"/>
                  </a:cubicBezTo>
                  <a:cubicBezTo>
                    <a:pt x="6167" y="13063"/>
                    <a:pt x="7010" y="7189"/>
                    <a:pt x="7903" y="1829"/>
                  </a:cubicBezTo>
                  <a:lnTo>
                    <a:pt x="7903" y="0"/>
                  </a:lnTo>
                  <a:close/>
                </a:path>
              </a:pathLst>
            </a:custGeom>
            <a:solidFill>
              <a:srgbClr val="A3137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79" name="Google Shape;613;p36"/>
            <p:cNvSpPr/>
            <p:nvPr/>
          </p:nvSpPr>
          <p:spPr>
            <a:xfrm>
              <a:off x="1463943" y="519486"/>
              <a:ext cx="62198" cy="1094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7494" y="0"/>
                  </a:moveTo>
                  <a:cubicBezTo>
                    <a:pt x="11175" y="6774"/>
                    <a:pt x="5213" y="14197"/>
                    <a:pt x="0" y="21600"/>
                  </a:cubicBezTo>
                  <a:cubicBezTo>
                    <a:pt x="4070" y="20322"/>
                    <a:pt x="8176" y="19065"/>
                    <a:pt x="11925" y="17787"/>
                  </a:cubicBezTo>
                  <a:cubicBezTo>
                    <a:pt x="14888" y="13771"/>
                    <a:pt x="18244" y="9735"/>
                    <a:pt x="21600" y="5719"/>
                  </a:cubicBezTo>
                  <a:cubicBezTo>
                    <a:pt x="20458" y="5294"/>
                    <a:pt x="19351" y="5091"/>
                    <a:pt x="17887" y="4665"/>
                  </a:cubicBezTo>
                  <a:lnTo>
                    <a:pt x="17887" y="4462"/>
                  </a:lnTo>
                  <a:lnTo>
                    <a:pt x="17494" y="4462"/>
                  </a:lnTo>
                  <a:lnTo>
                    <a:pt x="17494" y="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80" name="Google Shape;614;p36"/>
            <p:cNvSpPr/>
            <p:nvPr/>
          </p:nvSpPr>
          <p:spPr>
            <a:xfrm>
              <a:off x="1308371" y="1579842"/>
              <a:ext cx="12701" cy="698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lose/>
                  <a:moveTo>
                    <a:pt x="17280" y="21600"/>
                  </a:moveTo>
                  <a:lnTo>
                    <a:pt x="19337" y="21600"/>
                  </a:lnTo>
                  <a:lnTo>
                    <a:pt x="17280" y="21600"/>
                  </a:lnTo>
                  <a:close/>
                  <a:moveTo>
                    <a:pt x="15017" y="21600"/>
                  </a:moveTo>
                  <a:lnTo>
                    <a:pt x="17280" y="21600"/>
                  </a:lnTo>
                  <a:lnTo>
                    <a:pt x="15017" y="21600"/>
                  </a:lnTo>
                  <a:close/>
                  <a:moveTo>
                    <a:pt x="0" y="0"/>
                  </a:moveTo>
                  <a:cubicBezTo>
                    <a:pt x="4320" y="7317"/>
                    <a:pt x="10697" y="14315"/>
                    <a:pt x="15017" y="21600"/>
                  </a:cubicBezTo>
                  <a:cubicBezTo>
                    <a:pt x="10697" y="14315"/>
                    <a:pt x="4320" y="7317"/>
                    <a:pt x="0" y="0"/>
                  </a:cubicBezTo>
                  <a:close/>
                </a:path>
              </a:pathLst>
            </a:custGeom>
            <a:solidFill>
              <a:schemeClr val="accent3">
                <a:lumOff val="12015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81" name="Google Shape;615;p36"/>
            <p:cNvSpPr/>
            <p:nvPr/>
          </p:nvSpPr>
          <p:spPr>
            <a:xfrm>
              <a:off x="1309324" y="998157"/>
              <a:ext cx="635336" cy="6633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3285" y="17824"/>
                  </a:moveTo>
                  <a:cubicBezTo>
                    <a:pt x="2226" y="18209"/>
                    <a:pt x="1132" y="18594"/>
                    <a:pt x="0" y="18942"/>
                  </a:cubicBezTo>
                  <a:cubicBezTo>
                    <a:pt x="73" y="19712"/>
                    <a:pt x="182" y="20448"/>
                    <a:pt x="255" y="21215"/>
                  </a:cubicBezTo>
                  <a:lnTo>
                    <a:pt x="367" y="21215"/>
                  </a:lnTo>
                  <a:cubicBezTo>
                    <a:pt x="1506" y="21379"/>
                    <a:pt x="2684" y="21479"/>
                    <a:pt x="3880" y="21540"/>
                  </a:cubicBezTo>
                  <a:cubicBezTo>
                    <a:pt x="3852" y="21536"/>
                    <a:pt x="3824" y="21533"/>
                    <a:pt x="3796" y="21530"/>
                  </a:cubicBezTo>
                  <a:cubicBezTo>
                    <a:pt x="3610" y="20308"/>
                    <a:pt x="3467" y="19049"/>
                    <a:pt x="3285" y="17824"/>
                  </a:cubicBezTo>
                  <a:close/>
                  <a:moveTo>
                    <a:pt x="3880" y="21540"/>
                  </a:moveTo>
                  <a:cubicBezTo>
                    <a:pt x="4089" y="21560"/>
                    <a:pt x="4282" y="21563"/>
                    <a:pt x="4484" y="21567"/>
                  </a:cubicBezTo>
                  <a:cubicBezTo>
                    <a:pt x="4282" y="21556"/>
                    <a:pt x="4082" y="21550"/>
                    <a:pt x="3880" y="21540"/>
                  </a:cubicBezTo>
                  <a:close/>
                  <a:moveTo>
                    <a:pt x="21600" y="0"/>
                  </a:moveTo>
                  <a:cubicBezTo>
                    <a:pt x="21271" y="1644"/>
                    <a:pt x="20688" y="3251"/>
                    <a:pt x="19922" y="4754"/>
                  </a:cubicBezTo>
                  <a:cubicBezTo>
                    <a:pt x="17224" y="9997"/>
                    <a:pt x="12223" y="13877"/>
                    <a:pt x="6749" y="16394"/>
                  </a:cubicBezTo>
                  <a:cubicBezTo>
                    <a:pt x="5875" y="16776"/>
                    <a:pt x="4998" y="17161"/>
                    <a:pt x="4089" y="17512"/>
                  </a:cubicBezTo>
                  <a:cubicBezTo>
                    <a:pt x="4268" y="18872"/>
                    <a:pt x="4453" y="20237"/>
                    <a:pt x="4635" y="21567"/>
                  </a:cubicBezTo>
                  <a:cubicBezTo>
                    <a:pt x="4582" y="21567"/>
                    <a:pt x="4533" y="21567"/>
                    <a:pt x="4484" y="21567"/>
                  </a:cubicBezTo>
                  <a:cubicBezTo>
                    <a:pt x="4886" y="21580"/>
                    <a:pt x="5288" y="21590"/>
                    <a:pt x="5694" y="21600"/>
                  </a:cubicBezTo>
                  <a:cubicBezTo>
                    <a:pt x="7259" y="20726"/>
                    <a:pt x="8759" y="19749"/>
                    <a:pt x="10216" y="18734"/>
                  </a:cubicBezTo>
                  <a:cubicBezTo>
                    <a:pt x="15106" y="15309"/>
                    <a:pt x="19230" y="10592"/>
                    <a:pt x="20873" y="4998"/>
                  </a:cubicBezTo>
                  <a:cubicBezTo>
                    <a:pt x="21345" y="3354"/>
                    <a:pt x="21600" y="1677"/>
                    <a:pt x="21600" y="0"/>
                  </a:cubicBezTo>
                  <a:close/>
                </a:path>
              </a:pathLst>
            </a:custGeom>
            <a:solidFill>
              <a:srgbClr val="A3137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82" name="Google Shape;616;p36"/>
            <p:cNvSpPr/>
            <p:nvPr/>
          </p:nvSpPr>
          <p:spPr>
            <a:xfrm>
              <a:off x="1405961" y="1535943"/>
              <a:ext cx="39684" cy="1245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2870" y="0"/>
                  </a:moveTo>
                  <a:cubicBezTo>
                    <a:pt x="8730" y="553"/>
                    <a:pt x="4645" y="1106"/>
                    <a:pt x="0" y="1659"/>
                  </a:cubicBezTo>
                  <a:cubicBezTo>
                    <a:pt x="2910" y="8187"/>
                    <a:pt x="5204" y="14893"/>
                    <a:pt x="8170" y="21404"/>
                  </a:cubicBezTo>
                  <a:cubicBezTo>
                    <a:pt x="12870" y="21600"/>
                    <a:pt x="16899" y="21600"/>
                    <a:pt x="21600" y="21600"/>
                  </a:cubicBezTo>
                  <a:cubicBezTo>
                    <a:pt x="18690" y="14519"/>
                    <a:pt x="15724" y="7242"/>
                    <a:pt x="12870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83" name="Google Shape;617;p36"/>
            <p:cNvSpPr/>
            <p:nvPr/>
          </p:nvSpPr>
          <p:spPr>
            <a:xfrm>
              <a:off x="1514317" y="265140"/>
              <a:ext cx="173845" cy="3001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0144" y="0"/>
                  </a:moveTo>
                  <a:lnTo>
                    <a:pt x="0" y="8263"/>
                  </a:lnTo>
                  <a:lnTo>
                    <a:pt x="0" y="19928"/>
                  </a:lnTo>
                  <a:cubicBezTo>
                    <a:pt x="3066" y="21045"/>
                    <a:pt x="6566" y="21600"/>
                    <a:pt x="10066" y="21600"/>
                  </a:cubicBezTo>
                  <a:cubicBezTo>
                    <a:pt x="13565" y="21600"/>
                    <a:pt x="17078" y="21045"/>
                    <a:pt x="20144" y="19928"/>
                  </a:cubicBezTo>
                  <a:lnTo>
                    <a:pt x="21600" y="17458"/>
                  </a:lnTo>
                  <a:lnTo>
                    <a:pt x="20144" y="0"/>
                  </a:lnTo>
                  <a:close/>
                </a:path>
              </a:pathLst>
            </a:custGeom>
            <a:solidFill>
              <a:srgbClr val="BE1F8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84" name="Google Shape;618;p36"/>
            <p:cNvSpPr/>
            <p:nvPr/>
          </p:nvSpPr>
          <p:spPr>
            <a:xfrm>
              <a:off x="1515448" y="536267"/>
              <a:ext cx="1" cy="12701"/>
            </a:xfr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85" name="Google Shape;619;p36"/>
            <p:cNvSpPr/>
            <p:nvPr/>
          </p:nvSpPr>
          <p:spPr>
            <a:xfrm>
              <a:off x="1514317" y="368256"/>
              <a:ext cx="162125" cy="1910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449" y="2174"/>
                    <a:pt x="19162" y="4232"/>
                    <a:pt x="17587" y="6185"/>
                  </a:cubicBezTo>
                  <a:cubicBezTo>
                    <a:pt x="14450" y="9951"/>
                    <a:pt x="10437" y="12486"/>
                    <a:pt x="5712" y="14311"/>
                  </a:cubicBezTo>
                  <a:lnTo>
                    <a:pt x="5438" y="14311"/>
                  </a:lnTo>
                  <a:lnTo>
                    <a:pt x="5575" y="14195"/>
                  </a:lnTo>
                  <a:cubicBezTo>
                    <a:pt x="3712" y="14915"/>
                    <a:pt x="1863" y="15404"/>
                    <a:pt x="0" y="15776"/>
                  </a:cubicBezTo>
                  <a:lnTo>
                    <a:pt x="0" y="19659"/>
                  </a:lnTo>
                  <a:lnTo>
                    <a:pt x="151" y="19659"/>
                  </a:lnTo>
                  <a:lnTo>
                    <a:pt x="151" y="19775"/>
                  </a:lnTo>
                  <a:cubicBezTo>
                    <a:pt x="1712" y="20496"/>
                    <a:pt x="3287" y="21112"/>
                    <a:pt x="5013" y="21600"/>
                  </a:cubicBezTo>
                  <a:cubicBezTo>
                    <a:pt x="13300" y="16252"/>
                    <a:pt x="19162" y="8603"/>
                    <a:pt x="21600" y="116"/>
                  </a:cubicBezTo>
                  <a:lnTo>
                    <a:pt x="21600" y="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86" name="Google Shape;620;p36"/>
            <p:cNvSpPr/>
            <p:nvPr/>
          </p:nvSpPr>
          <p:spPr>
            <a:xfrm>
              <a:off x="1334392" y="27346"/>
              <a:ext cx="379843" cy="4889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37" h="21600" fill="norm" stroke="1" extrusionOk="0">
                  <a:moveTo>
                    <a:pt x="11180" y="0"/>
                  </a:moveTo>
                  <a:cubicBezTo>
                    <a:pt x="9082" y="0"/>
                    <a:pt x="6990" y="250"/>
                    <a:pt x="5139" y="931"/>
                  </a:cubicBezTo>
                  <a:cubicBezTo>
                    <a:pt x="2616" y="1876"/>
                    <a:pt x="219" y="3724"/>
                    <a:pt x="41" y="5904"/>
                  </a:cubicBezTo>
                  <a:cubicBezTo>
                    <a:pt x="-321" y="11454"/>
                    <a:pt x="1719" y="17049"/>
                    <a:pt x="5616" y="21600"/>
                  </a:cubicBezTo>
                  <a:cubicBezTo>
                    <a:pt x="5703" y="21600"/>
                    <a:pt x="5789" y="21600"/>
                    <a:pt x="5875" y="21600"/>
                  </a:cubicBezTo>
                  <a:cubicBezTo>
                    <a:pt x="10410" y="21600"/>
                    <a:pt x="14847" y="20406"/>
                    <a:pt x="17376" y="17426"/>
                  </a:cubicBezTo>
                  <a:cubicBezTo>
                    <a:pt x="20020" y="14438"/>
                    <a:pt x="21043" y="10741"/>
                    <a:pt x="21222" y="7139"/>
                  </a:cubicBezTo>
                  <a:cubicBezTo>
                    <a:pt x="21279" y="5623"/>
                    <a:pt x="21222" y="4010"/>
                    <a:pt x="20141" y="2730"/>
                  </a:cubicBezTo>
                  <a:cubicBezTo>
                    <a:pt x="18698" y="976"/>
                    <a:pt x="15882" y="309"/>
                    <a:pt x="13244" y="77"/>
                  </a:cubicBezTo>
                  <a:cubicBezTo>
                    <a:pt x="12560" y="27"/>
                    <a:pt x="11870" y="0"/>
                    <a:pt x="11180" y="0"/>
                  </a:cubicBezTo>
                  <a:close/>
                </a:path>
              </a:pathLst>
            </a:custGeom>
            <a:solidFill>
              <a:srgbClr val="F4C3B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87" name="Google Shape;621;p36"/>
            <p:cNvSpPr/>
            <p:nvPr/>
          </p:nvSpPr>
          <p:spPr>
            <a:xfrm>
              <a:off x="1346833" y="325282"/>
              <a:ext cx="213544" cy="1984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74" h="21368" fill="norm" stroke="1" extrusionOk="0">
                  <a:moveTo>
                    <a:pt x="8031" y="0"/>
                  </a:moveTo>
                  <a:cubicBezTo>
                    <a:pt x="5030" y="2425"/>
                    <a:pt x="1" y="-232"/>
                    <a:pt x="1" y="3809"/>
                  </a:cubicBezTo>
                  <a:cubicBezTo>
                    <a:pt x="-101" y="7905"/>
                    <a:pt x="5276" y="21279"/>
                    <a:pt x="7488" y="21279"/>
                  </a:cubicBezTo>
                  <a:cubicBezTo>
                    <a:pt x="7529" y="21279"/>
                    <a:pt x="7560" y="21268"/>
                    <a:pt x="7601" y="21268"/>
                  </a:cubicBezTo>
                  <a:cubicBezTo>
                    <a:pt x="8174" y="21335"/>
                    <a:pt x="8748" y="21368"/>
                    <a:pt x="9321" y="21368"/>
                  </a:cubicBezTo>
                  <a:cubicBezTo>
                    <a:pt x="13367" y="21368"/>
                    <a:pt x="17156" y="19718"/>
                    <a:pt x="20536" y="18600"/>
                  </a:cubicBezTo>
                  <a:cubicBezTo>
                    <a:pt x="21499" y="16641"/>
                    <a:pt x="21284" y="14670"/>
                    <a:pt x="21171" y="12478"/>
                  </a:cubicBezTo>
                  <a:cubicBezTo>
                    <a:pt x="20854" y="8204"/>
                    <a:pt x="18181" y="4274"/>
                    <a:pt x="14760" y="2193"/>
                  </a:cubicBezTo>
                  <a:cubicBezTo>
                    <a:pt x="12947" y="1030"/>
                    <a:pt x="10059" y="233"/>
                    <a:pt x="8031" y="0"/>
                  </a:cubicBezTo>
                  <a:close/>
                </a:path>
              </a:pathLst>
            </a:custGeom>
            <a:solidFill>
              <a:srgbClr val="F4C3B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88" name="Google Shape;622;p36"/>
            <p:cNvSpPr/>
            <p:nvPr/>
          </p:nvSpPr>
          <p:spPr>
            <a:xfrm>
              <a:off x="1335128" y="27346"/>
              <a:ext cx="379107" cy="4664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7" h="21600" fill="norm" stroke="1" extrusionOk="0">
                  <a:moveTo>
                    <a:pt x="11329" y="0"/>
                  </a:moveTo>
                  <a:cubicBezTo>
                    <a:pt x="9195" y="0"/>
                    <a:pt x="7067" y="262"/>
                    <a:pt x="5185" y="976"/>
                  </a:cubicBezTo>
                  <a:cubicBezTo>
                    <a:pt x="2619" y="1966"/>
                    <a:pt x="181" y="3904"/>
                    <a:pt x="0" y="6189"/>
                  </a:cubicBezTo>
                  <a:lnTo>
                    <a:pt x="0" y="8132"/>
                  </a:lnTo>
                  <a:cubicBezTo>
                    <a:pt x="2426" y="7532"/>
                    <a:pt x="4910" y="7232"/>
                    <a:pt x="7447" y="7232"/>
                  </a:cubicBezTo>
                  <a:cubicBezTo>
                    <a:pt x="7646" y="7232"/>
                    <a:pt x="7851" y="7232"/>
                    <a:pt x="8055" y="7237"/>
                  </a:cubicBezTo>
                  <a:cubicBezTo>
                    <a:pt x="9640" y="7284"/>
                    <a:pt x="11352" y="7436"/>
                    <a:pt x="12451" y="8379"/>
                  </a:cubicBezTo>
                  <a:cubicBezTo>
                    <a:pt x="13486" y="9322"/>
                    <a:pt x="13603" y="10664"/>
                    <a:pt x="13667" y="11907"/>
                  </a:cubicBezTo>
                  <a:cubicBezTo>
                    <a:pt x="13726" y="15187"/>
                    <a:pt x="13363" y="18415"/>
                    <a:pt x="12568" y="21600"/>
                  </a:cubicBezTo>
                  <a:cubicBezTo>
                    <a:pt x="14579" y="20900"/>
                    <a:pt x="16356" y="19810"/>
                    <a:pt x="17631" y="18267"/>
                  </a:cubicBezTo>
                  <a:cubicBezTo>
                    <a:pt x="20320" y="15135"/>
                    <a:pt x="21360" y="11259"/>
                    <a:pt x="21542" y="7484"/>
                  </a:cubicBezTo>
                  <a:cubicBezTo>
                    <a:pt x="21600" y="5894"/>
                    <a:pt x="21542" y="4204"/>
                    <a:pt x="20443" y="2861"/>
                  </a:cubicBezTo>
                  <a:cubicBezTo>
                    <a:pt x="18975" y="1024"/>
                    <a:pt x="16111" y="324"/>
                    <a:pt x="13428" y="81"/>
                  </a:cubicBezTo>
                  <a:cubicBezTo>
                    <a:pt x="12732" y="29"/>
                    <a:pt x="12031" y="0"/>
                    <a:pt x="11329" y="0"/>
                  </a:cubicBezTo>
                  <a:close/>
                </a:path>
              </a:pathLst>
            </a:custGeom>
            <a:solidFill>
              <a:srgbClr val="A3137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89" name="Google Shape;623;p36"/>
            <p:cNvSpPr/>
            <p:nvPr/>
          </p:nvSpPr>
          <p:spPr>
            <a:xfrm>
              <a:off x="1333997" y="26935"/>
              <a:ext cx="380997" cy="4678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1260" y="47"/>
                  </a:moveTo>
                  <a:cubicBezTo>
                    <a:pt x="11989" y="47"/>
                    <a:pt x="12718" y="100"/>
                    <a:pt x="13452" y="147"/>
                  </a:cubicBezTo>
                  <a:cubicBezTo>
                    <a:pt x="14787" y="247"/>
                    <a:pt x="16185" y="494"/>
                    <a:pt x="17404" y="892"/>
                  </a:cubicBezTo>
                  <a:cubicBezTo>
                    <a:pt x="18616" y="1334"/>
                    <a:pt x="19712" y="1979"/>
                    <a:pt x="20446" y="2871"/>
                  </a:cubicBezTo>
                  <a:cubicBezTo>
                    <a:pt x="21297" y="3963"/>
                    <a:pt x="21542" y="5349"/>
                    <a:pt x="21542" y="6687"/>
                  </a:cubicBezTo>
                  <a:cubicBezTo>
                    <a:pt x="21542" y="6934"/>
                    <a:pt x="21542" y="7181"/>
                    <a:pt x="21483" y="7480"/>
                  </a:cubicBezTo>
                  <a:cubicBezTo>
                    <a:pt x="21297" y="11244"/>
                    <a:pt x="20265" y="15107"/>
                    <a:pt x="17643" y="18230"/>
                  </a:cubicBezTo>
                  <a:cubicBezTo>
                    <a:pt x="16384" y="19749"/>
                    <a:pt x="14647" y="20784"/>
                    <a:pt x="12677" y="21477"/>
                  </a:cubicBezTo>
                  <a:cubicBezTo>
                    <a:pt x="13394" y="18577"/>
                    <a:pt x="13749" y="15629"/>
                    <a:pt x="13749" y="12682"/>
                  </a:cubicBezTo>
                  <a:cubicBezTo>
                    <a:pt x="13749" y="12435"/>
                    <a:pt x="13749" y="12188"/>
                    <a:pt x="13691" y="11889"/>
                  </a:cubicBezTo>
                  <a:cubicBezTo>
                    <a:pt x="13691" y="11296"/>
                    <a:pt x="13691" y="10603"/>
                    <a:pt x="13510" y="10010"/>
                  </a:cubicBezTo>
                  <a:cubicBezTo>
                    <a:pt x="13330" y="9412"/>
                    <a:pt x="13021" y="8818"/>
                    <a:pt x="12479" y="8372"/>
                  </a:cubicBezTo>
                  <a:cubicBezTo>
                    <a:pt x="11925" y="7874"/>
                    <a:pt x="11260" y="7627"/>
                    <a:pt x="10468" y="7433"/>
                  </a:cubicBezTo>
                  <a:cubicBezTo>
                    <a:pt x="9675" y="7281"/>
                    <a:pt x="8882" y="7233"/>
                    <a:pt x="8096" y="7181"/>
                  </a:cubicBezTo>
                  <a:lnTo>
                    <a:pt x="7606" y="7181"/>
                  </a:lnTo>
                  <a:cubicBezTo>
                    <a:pt x="5071" y="7181"/>
                    <a:pt x="2530" y="7475"/>
                    <a:pt x="111" y="8064"/>
                  </a:cubicBezTo>
                  <a:cubicBezTo>
                    <a:pt x="64" y="7841"/>
                    <a:pt x="64" y="7660"/>
                    <a:pt x="64" y="7480"/>
                  </a:cubicBezTo>
                  <a:cubicBezTo>
                    <a:pt x="64" y="7034"/>
                    <a:pt x="122" y="6640"/>
                    <a:pt x="122" y="6189"/>
                  </a:cubicBezTo>
                  <a:cubicBezTo>
                    <a:pt x="187" y="5102"/>
                    <a:pt x="851" y="4011"/>
                    <a:pt x="1766" y="3118"/>
                  </a:cubicBezTo>
                  <a:cubicBezTo>
                    <a:pt x="2739" y="2226"/>
                    <a:pt x="3957" y="1533"/>
                    <a:pt x="5234" y="1039"/>
                  </a:cubicBezTo>
                  <a:cubicBezTo>
                    <a:pt x="7122" y="342"/>
                    <a:pt x="9191" y="47"/>
                    <a:pt x="11260" y="47"/>
                  </a:cubicBezTo>
                  <a:close/>
                  <a:moveTo>
                    <a:pt x="11260" y="0"/>
                  </a:moveTo>
                  <a:cubicBezTo>
                    <a:pt x="9191" y="0"/>
                    <a:pt x="7058" y="247"/>
                    <a:pt x="5234" y="992"/>
                  </a:cubicBezTo>
                  <a:cubicBezTo>
                    <a:pt x="3957" y="1486"/>
                    <a:pt x="2675" y="2179"/>
                    <a:pt x="1702" y="3118"/>
                  </a:cubicBezTo>
                  <a:cubicBezTo>
                    <a:pt x="793" y="4011"/>
                    <a:pt x="122" y="5055"/>
                    <a:pt x="64" y="6189"/>
                  </a:cubicBezTo>
                  <a:cubicBezTo>
                    <a:pt x="0" y="6640"/>
                    <a:pt x="0" y="7034"/>
                    <a:pt x="0" y="7480"/>
                  </a:cubicBezTo>
                  <a:lnTo>
                    <a:pt x="0" y="8173"/>
                  </a:lnTo>
                  <a:lnTo>
                    <a:pt x="64" y="8126"/>
                  </a:lnTo>
                  <a:lnTo>
                    <a:pt x="122" y="8126"/>
                  </a:lnTo>
                  <a:cubicBezTo>
                    <a:pt x="122" y="8121"/>
                    <a:pt x="122" y="8116"/>
                    <a:pt x="117" y="8111"/>
                  </a:cubicBezTo>
                  <a:cubicBezTo>
                    <a:pt x="2535" y="7575"/>
                    <a:pt x="5071" y="7281"/>
                    <a:pt x="7606" y="7281"/>
                  </a:cubicBezTo>
                  <a:lnTo>
                    <a:pt x="8096" y="7281"/>
                  </a:lnTo>
                  <a:cubicBezTo>
                    <a:pt x="8882" y="7281"/>
                    <a:pt x="9675" y="7333"/>
                    <a:pt x="10468" y="7480"/>
                  </a:cubicBezTo>
                  <a:cubicBezTo>
                    <a:pt x="11196" y="7675"/>
                    <a:pt x="11867" y="7926"/>
                    <a:pt x="12414" y="8420"/>
                  </a:cubicBezTo>
                  <a:cubicBezTo>
                    <a:pt x="12962" y="8866"/>
                    <a:pt x="13265" y="9412"/>
                    <a:pt x="13388" y="10010"/>
                  </a:cubicBezTo>
                  <a:cubicBezTo>
                    <a:pt x="13568" y="10650"/>
                    <a:pt x="13627" y="11296"/>
                    <a:pt x="13627" y="11889"/>
                  </a:cubicBezTo>
                  <a:lnTo>
                    <a:pt x="13627" y="12682"/>
                  </a:lnTo>
                  <a:cubicBezTo>
                    <a:pt x="13627" y="15639"/>
                    <a:pt x="13271" y="18596"/>
                    <a:pt x="12607" y="21500"/>
                  </a:cubicBezTo>
                  <a:cubicBezTo>
                    <a:pt x="12607" y="21500"/>
                    <a:pt x="12601" y="21500"/>
                    <a:pt x="12595" y="21505"/>
                  </a:cubicBezTo>
                  <a:lnTo>
                    <a:pt x="12595" y="21553"/>
                  </a:lnTo>
                  <a:lnTo>
                    <a:pt x="12537" y="21600"/>
                  </a:lnTo>
                  <a:lnTo>
                    <a:pt x="12653" y="21600"/>
                  </a:lnTo>
                  <a:cubicBezTo>
                    <a:pt x="14664" y="20855"/>
                    <a:pt x="16372" y="19820"/>
                    <a:pt x="17707" y="18282"/>
                  </a:cubicBezTo>
                  <a:cubicBezTo>
                    <a:pt x="20324" y="15107"/>
                    <a:pt x="21419" y="11244"/>
                    <a:pt x="21600" y="7480"/>
                  </a:cubicBezTo>
                  <a:lnTo>
                    <a:pt x="21600" y="6687"/>
                  </a:lnTo>
                  <a:cubicBezTo>
                    <a:pt x="21600" y="5349"/>
                    <a:pt x="21419" y="3963"/>
                    <a:pt x="20510" y="2819"/>
                  </a:cubicBezTo>
                  <a:cubicBezTo>
                    <a:pt x="19776" y="1927"/>
                    <a:pt x="18680" y="1286"/>
                    <a:pt x="17404" y="840"/>
                  </a:cubicBezTo>
                  <a:cubicBezTo>
                    <a:pt x="16185" y="394"/>
                    <a:pt x="14787" y="199"/>
                    <a:pt x="13452" y="100"/>
                  </a:cubicBezTo>
                  <a:cubicBezTo>
                    <a:pt x="12718" y="0"/>
                    <a:pt x="11989" y="0"/>
                    <a:pt x="11260" y="0"/>
                  </a:cubicBezTo>
                  <a:close/>
                </a:path>
              </a:pathLst>
            </a:custGeom>
            <a:solidFill>
              <a:srgbClr val="BE1F8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90" name="Google Shape;624;p36"/>
            <p:cNvSpPr/>
            <p:nvPr/>
          </p:nvSpPr>
          <p:spPr>
            <a:xfrm>
              <a:off x="1376970" y="125630"/>
              <a:ext cx="254340" cy="396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8478" y="0"/>
                  </a:moveTo>
                  <a:cubicBezTo>
                    <a:pt x="5649" y="0"/>
                    <a:pt x="2733" y="2910"/>
                    <a:pt x="0" y="9345"/>
                  </a:cubicBezTo>
                  <a:cubicBezTo>
                    <a:pt x="1004" y="8730"/>
                    <a:pt x="1999" y="8730"/>
                    <a:pt x="3012" y="8730"/>
                  </a:cubicBezTo>
                  <a:cubicBezTo>
                    <a:pt x="9290" y="8730"/>
                    <a:pt x="15401" y="12870"/>
                    <a:pt x="21600" y="21600"/>
                  </a:cubicBezTo>
                  <a:cubicBezTo>
                    <a:pt x="17593" y="7554"/>
                    <a:pt x="13035" y="0"/>
                    <a:pt x="8478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91" name="Google Shape;625;p36"/>
            <p:cNvSpPr/>
            <p:nvPr/>
          </p:nvSpPr>
          <p:spPr>
            <a:xfrm>
              <a:off x="1362988" y="271617"/>
              <a:ext cx="25805" cy="493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43" y="0"/>
                  </a:moveTo>
                  <a:cubicBezTo>
                    <a:pt x="5422" y="0"/>
                    <a:pt x="0" y="4680"/>
                    <a:pt x="0" y="10800"/>
                  </a:cubicBezTo>
                  <a:cubicBezTo>
                    <a:pt x="0" y="16920"/>
                    <a:pt x="5422" y="21600"/>
                    <a:pt x="10843" y="21600"/>
                  </a:cubicBezTo>
                  <a:cubicBezTo>
                    <a:pt x="16178" y="21600"/>
                    <a:pt x="21600" y="16920"/>
                    <a:pt x="21600" y="10800"/>
                  </a:cubicBezTo>
                  <a:cubicBezTo>
                    <a:pt x="21600" y="4680"/>
                    <a:pt x="16178" y="0"/>
                    <a:pt x="10843" y="0"/>
                  </a:cubicBezTo>
                  <a:close/>
                </a:path>
              </a:pathLst>
            </a:custGeom>
            <a:solidFill>
              <a:srgbClr val="754B0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92" name="Google Shape;626;p36"/>
            <p:cNvSpPr/>
            <p:nvPr/>
          </p:nvSpPr>
          <p:spPr>
            <a:xfrm>
              <a:off x="1475663" y="271617"/>
              <a:ext cx="24777" cy="493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307" y="0"/>
                  </a:moveTo>
                  <a:cubicBezTo>
                    <a:pt x="4750" y="0"/>
                    <a:pt x="0" y="4680"/>
                    <a:pt x="0" y="10800"/>
                  </a:cubicBezTo>
                  <a:cubicBezTo>
                    <a:pt x="0" y="16920"/>
                    <a:pt x="4750" y="21600"/>
                    <a:pt x="10307" y="21600"/>
                  </a:cubicBezTo>
                  <a:cubicBezTo>
                    <a:pt x="16850" y="21600"/>
                    <a:pt x="21600" y="16920"/>
                    <a:pt x="21600" y="10800"/>
                  </a:cubicBezTo>
                  <a:cubicBezTo>
                    <a:pt x="21600" y="4680"/>
                    <a:pt x="16850" y="0"/>
                    <a:pt x="10307" y="0"/>
                  </a:cubicBezTo>
                  <a:close/>
                </a:path>
              </a:pathLst>
            </a:custGeom>
            <a:solidFill>
              <a:srgbClr val="754B0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93" name="Google Shape;627;p36"/>
            <p:cNvSpPr/>
            <p:nvPr/>
          </p:nvSpPr>
          <p:spPr>
            <a:xfrm>
              <a:off x="1311483" y="208287"/>
              <a:ext cx="270481" cy="1685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405" y="0"/>
                  </a:moveTo>
                  <a:cubicBezTo>
                    <a:pt x="1108" y="0"/>
                    <a:pt x="0" y="1647"/>
                    <a:pt x="0" y="3848"/>
                  </a:cubicBezTo>
                  <a:lnTo>
                    <a:pt x="0" y="13759"/>
                  </a:lnTo>
                  <a:cubicBezTo>
                    <a:pt x="0" y="18160"/>
                    <a:pt x="2233" y="21600"/>
                    <a:pt x="4885" y="21600"/>
                  </a:cubicBezTo>
                  <a:cubicBezTo>
                    <a:pt x="7627" y="21600"/>
                    <a:pt x="9852" y="18160"/>
                    <a:pt x="9852" y="13759"/>
                  </a:cubicBezTo>
                  <a:lnTo>
                    <a:pt x="9852" y="12243"/>
                  </a:lnTo>
                  <a:cubicBezTo>
                    <a:pt x="9852" y="17475"/>
                    <a:pt x="12512" y="21600"/>
                    <a:pt x="15681" y="21600"/>
                  </a:cubicBezTo>
                  <a:cubicBezTo>
                    <a:pt x="18940" y="21600"/>
                    <a:pt x="21600" y="17475"/>
                    <a:pt x="21600" y="12243"/>
                  </a:cubicBezTo>
                  <a:lnTo>
                    <a:pt x="21600" y="3848"/>
                  </a:lnTo>
                  <a:cubicBezTo>
                    <a:pt x="21600" y="1647"/>
                    <a:pt x="20483" y="0"/>
                    <a:pt x="19203" y="0"/>
                  </a:cubicBezTo>
                  <a:lnTo>
                    <a:pt x="12257" y="0"/>
                  </a:lnTo>
                  <a:cubicBezTo>
                    <a:pt x="10886" y="0"/>
                    <a:pt x="9852" y="1647"/>
                    <a:pt x="9852" y="3848"/>
                  </a:cubicBezTo>
                  <a:cubicBezTo>
                    <a:pt x="9852" y="1647"/>
                    <a:pt x="8743" y="0"/>
                    <a:pt x="7455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94" name="Google Shape;628;p36"/>
            <p:cNvSpPr/>
            <p:nvPr/>
          </p:nvSpPr>
          <p:spPr>
            <a:xfrm>
              <a:off x="1299660" y="195334"/>
              <a:ext cx="294024" cy="1943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8534" y="2754"/>
                  </a:moveTo>
                  <a:cubicBezTo>
                    <a:pt x="19236" y="2754"/>
                    <a:pt x="19870" y="3589"/>
                    <a:pt x="19870" y="4777"/>
                  </a:cubicBezTo>
                  <a:lnTo>
                    <a:pt x="19870" y="12057"/>
                  </a:lnTo>
                  <a:cubicBezTo>
                    <a:pt x="19870" y="15749"/>
                    <a:pt x="17816" y="18857"/>
                    <a:pt x="15294" y="18857"/>
                  </a:cubicBezTo>
                  <a:cubicBezTo>
                    <a:pt x="12854" y="18857"/>
                    <a:pt x="10808" y="15749"/>
                    <a:pt x="10808" y="12057"/>
                  </a:cubicBezTo>
                  <a:cubicBezTo>
                    <a:pt x="10808" y="11349"/>
                    <a:pt x="10407" y="10743"/>
                    <a:pt x="9931" y="10743"/>
                  </a:cubicBezTo>
                  <a:cubicBezTo>
                    <a:pt x="9463" y="10743"/>
                    <a:pt x="8987" y="11349"/>
                    <a:pt x="8987" y="12057"/>
                  </a:cubicBezTo>
                  <a:lnTo>
                    <a:pt x="8987" y="13371"/>
                  </a:lnTo>
                  <a:cubicBezTo>
                    <a:pt x="8987" y="16354"/>
                    <a:pt x="7409" y="18857"/>
                    <a:pt x="5362" y="18857"/>
                  </a:cubicBezTo>
                  <a:cubicBezTo>
                    <a:pt x="3391" y="18857"/>
                    <a:pt x="1737" y="16354"/>
                    <a:pt x="1737" y="13371"/>
                  </a:cubicBezTo>
                  <a:lnTo>
                    <a:pt x="1737" y="4777"/>
                  </a:lnTo>
                  <a:cubicBezTo>
                    <a:pt x="1737" y="3589"/>
                    <a:pt x="2364" y="2754"/>
                    <a:pt x="3081" y="2754"/>
                  </a:cubicBezTo>
                  <a:lnTo>
                    <a:pt x="7726" y="2754"/>
                  </a:lnTo>
                  <a:cubicBezTo>
                    <a:pt x="8436" y="2754"/>
                    <a:pt x="8987" y="3589"/>
                    <a:pt x="8987" y="4777"/>
                  </a:cubicBezTo>
                  <a:cubicBezTo>
                    <a:pt x="8987" y="5497"/>
                    <a:pt x="9463" y="6091"/>
                    <a:pt x="9931" y="6091"/>
                  </a:cubicBezTo>
                  <a:cubicBezTo>
                    <a:pt x="10407" y="6091"/>
                    <a:pt x="10808" y="5497"/>
                    <a:pt x="10808" y="4777"/>
                  </a:cubicBezTo>
                  <a:cubicBezTo>
                    <a:pt x="10808" y="3589"/>
                    <a:pt x="11434" y="2754"/>
                    <a:pt x="12144" y="2754"/>
                  </a:cubicBezTo>
                  <a:close/>
                  <a:moveTo>
                    <a:pt x="3081" y="0"/>
                  </a:moveTo>
                  <a:cubicBezTo>
                    <a:pt x="1344" y="0"/>
                    <a:pt x="0" y="2149"/>
                    <a:pt x="0" y="4777"/>
                  </a:cubicBezTo>
                  <a:lnTo>
                    <a:pt x="0" y="13371"/>
                  </a:lnTo>
                  <a:cubicBezTo>
                    <a:pt x="0" y="17897"/>
                    <a:pt x="2447" y="21600"/>
                    <a:pt x="5362" y="21600"/>
                  </a:cubicBezTo>
                  <a:cubicBezTo>
                    <a:pt x="7409" y="21600"/>
                    <a:pt x="9229" y="19931"/>
                    <a:pt x="10090" y="17429"/>
                  </a:cubicBezTo>
                  <a:cubicBezTo>
                    <a:pt x="11276" y="19931"/>
                    <a:pt x="13171" y="21600"/>
                    <a:pt x="15294" y="21600"/>
                  </a:cubicBezTo>
                  <a:cubicBezTo>
                    <a:pt x="18768" y="21600"/>
                    <a:pt x="21600" y="17303"/>
                    <a:pt x="21600" y="12057"/>
                  </a:cubicBezTo>
                  <a:lnTo>
                    <a:pt x="21600" y="4777"/>
                  </a:lnTo>
                  <a:cubicBezTo>
                    <a:pt x="21600" y="2149"/>
                    <a:pt x="20263" y="0"/>
                    <a:pt x="18534" y="0"/>
                  </a:cubicBezTo>
                  <a:lnTo>
                    <a:pt x="12144" y="0"/>
                  </a:lnTo>
                  <a:cubicBezTo>
                    <a:pt x="11276" y="0"/>
                    <a:pt x="10490" y="606"/>
                    <a:pt x="9931" y="1440"/>
                  </a:cubicBezTo>
                  <a:cubicBezTo>
                    <a:pt x="9388" y="606"/>
                    <a:pt x="8595" y="0"/>
                    <a:pt x="7726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95" name="Google Shape;629;p36"/>
            <p:cNvSpPr/>
            <p:nvPr/>
          </p:nvSpPr>
          <p:spPr>
            <a:xfrm>
              <a:off x="715598" y="1473642"/>
              <a:ext cx="292332" cy="1810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92" h="21600" fill="norm" stroke="1" extrusionOk="0">
                  <a:moveTo>
                    <a:pt x="11930" y="0"/>
                  </a:moveTo>
                  <a:cubicBezTo>
                    <a:pt x="10580" y="0"/>
                    <a:pt x="9148" y="1496"/>
                    <a:pt x="9081" y="3717"/>
                  </a:cubicBezTo>
                  <a:cubicBezTo>
                    <a:pt x="8199" y="3655"/>
                    <a:pt x="7286" y="3533"/>
                    <a:pt x="6396" y="3533"/>
                  </a:cubicBezTo>
                  <a:cubicBezTo>
                    <a:pt x="5387" y="3533"/>
                    <a:pt x="4401" y="3680"/>
                    <a:pt x="3503" y="4219"/>
                  </a:cubicBezTo>
                  <a:cubicBezTo>
                    <a:pt x="1723" y="5127"/>
                    <a:pt x="173" y="7556"/>
                    <a:pt x="17" y="10499"/>
                  </a:cubicBezTo>
                  <a:cubicBezTo>
                    <a:pt x="-213" y="14596"/>
                    <a:pt x="1953" y="17933"/>
                    <a:pt x="4200" y="19466"/>
                  </a:cubicBezTo>
                  <a:cubicBezTo>
                    <a:pt x="6196" y="20901"/>
                    <a:pt x="8354" y="21600"/>
                    <a:pt x="10505" y="21600"/>
                  </a:cubicBezTo>
                  <a:cubicBezTo>
                    <a:pt x="14288" y="21600"/>
                    <a:pt x="18064" y="19453"/>
                    <a:pt x="20927" y="15369"/>
                  </a:cubicBezTo>
                  <a:cubicBezTo>
                    <a:pt x="21157" y="11910"/>
                    <a:pt x="21387" y="7556"/>
                    <a:pt x="19837" y="5250"/>
                  </a:cubicBezTo>
                  <a:cubicBezTo>
                    <a:pt x="18442" y="4992"/>
                    <a:pt x="17203" y="3717"/>
                    <a:pt x="15965" y="2429"/>
                  </a:cubicBezTo>
                  <a:cubicBezTo>
                    <a:pt x="14808" y="1288"/>
                    <a:pt x="13569" y="0"/>
                    <a:pt x="12093" y="0"/>
                  </a:cubicBezTo>
                  <a:cubicBezTo>
                    <a:pt x="12041" y="0"/>
                    <a:pt x="11982" y="0"/>
                    <a:pt x="11930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96" name="Google Shape;630;p36"/>
            <p:cNvSpPr/>
            <p:nvPr/>
          </p:nvSpPr>
          <p:spPr>
            <a:xfrm>
              <a:off x="939438" y="557730"/>
              <a:ext cx="1014503" cy="11048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14" h="21600" fill="norm" stroke="1" extrusionOk="0">
                  <a:moveTo>
                    <a:pt x="17072" y="0"/>
                  </a:moveTo>
                  <a:cubicBezTo>
                    <a:pt x="16294" y="0"/>
                    <a:pt x="15298" y="659"/>
                    <a:pt x="15317" y="1351"/>
                  </a:cubicBezTo>
                  <a:cubicBezTo>
                    <a:pt x="15406" y="5338"/>
                    <a:pt x="13931" y="9346"/>
                    <a:pt x="11244" y="12409"/>
                  </a:cubicBezTo>
                  <a:cubicBezTo>
                    <a:pt x="8559" y="15472"/>
                    <a:pt x="4683" y="17590"/>
                    <a:pt x="565" y="18219"/>
                  </a:cubicBezTo>
                  <a:cubicBezTo>
                    <a:pt x="-293" y="19166"/>
                    <a:pt x="-183" y="21011"/>
                    <a:pt x="962" y="21600"/>
                  </a:cubicBezTo>
                  <a:cubicBezTo>
                    <a:pt x="4573" y="20969"/>
                    <a:pt x="8338" y="19940"/>
                    <a:pt x="11662" y="18453"/>
                  </a:cubicBezTo>
                  <a:cubicBezTo>
                    <a:pt x="14965" y="16941"/>
                    <a:pt x="17983" y="14612"/>
                    <a:pt x="19611" y="11464"/>
                  </a:cubicBezTo>
                  <a:cubicBezTo>
                    <a:pt x="21242" y="8339"/>
                    <a:pt x="21307" y="4351"/>
                    <a:pt x="19236" y="1477"/>
                  </a:cubicBezTo>
                  <a:cubicBezTo>
                    <a:pt x="18753" y="826"/>
                    <a:pt x="18158" y="217"/>
                    <a:pt x="17344" y="30"/>
                  </a:cubicBezTo>
                  <a:cubicBezTo>
                    <a:pt x="17257" y="10"/>
                    <a:pt x="17167" y="0"/>
                    <a:pt x="17072" y="0"/>
                  </a:cubicBezTo>
                  <a:close/>
                </a:path>
              </a:pathLst>
            </a:custGeom>
            <a:solidFill>
              <a:srgbClr val="BE1F8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grpSp>
          <p:nvGrpSpPr>
            <p:cNvPr id="699" name="Google Shape;631;p36"/>
            <p:cNvGrpSpPr/>
            <p:nvPr/>
          </p:nvGrpSpPr>
          <p:grpSpPr>
            <a:xfrm>
              <a:off x="1877013" y="627509"/>
              <a:ext cx="1" cy="12701"/>
              <a:chOff x="0" y="0"/>
              <a:chExt cx="0" cy="12700"/>
            </a:xfrm>
          </p:grpSpPr>
          <p:sp>
            <p:nvSpPr>
              <p:cNvPr id="697" name="Line"/>
              <p:cNvSpPr/>
              <p:nvPr/>
            </p:nvSpPr>
            <p:spPr>
              <a:xfrm flipH="1">
                <a:off x="-1" y="0"/>
                <a:ext cx="2" cy="127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698" name="Line"/>
              <p:cNvSpPr/>
              <p:nvPr/>
            </p:nvSpPr>
            <p:spPr>
              <a:xfrm flipV="1">
                <a:off x="-1" y="0"/>
                <a:ext cx="2" cy="127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/>
              </a:p>
            </p:txBody>
          </p:sp>
        </p:grpSp>
        <p:sp>
          <p:nvSpPr>
            <p:cNvPr id="700" name="Google Shape;632;p36"/>
            <p:cNvSpPr/>
            <p:nvPr/>
          </p:nvSpPr>
          <p:spPr>
            <a:xfrm>
              <a:off x="940151" y="623630"/>
              <a:ext cx="951976" cy="9723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089" y="0"/>
                  </a:moveTo>
                  <a:cubicBezTo>
                    <a:pt x="20819" y="5246"/>
                    <a:pt x="18579" y="10467"/>
                    <a:pt x="14877" y="14258"/>
                  </a:cubicBezTo>
                  <a:cubicBezTo>
                    <a:pt x="11031" y="18215"/>
                    <a:pt x="5552" y="20696"/>
                    <a:pt x="0" y="21077"/>
                  </a:cubicBezTo>
                  <a:cubicBezTo>
                    <a:pt x="0" y="21241"/>
                    <a:pt x="0" y="21433"/>
                    <a:pt x="49" y="21600"/>
                  </a:cubicBezTo>
                  <a:cubicBezTo>
                    <a:pt x="5748" y="21219"/>
                    <a:pt x="11348" y="18693"/>
                    <a:pt x="15293" y="14639"/>
                  </a:cubicBezTo>
                  <a:cubicBezTo>
                    <a:pt x="18920" y="10919"/>
                    <a:pt x="21161" y="5888"/>
                    <a:pt x="21600" y="738"/>
                  </a:cubicBezTo>
                  <a:cubicBezTo>
                    <a:pt x="21479" y="573"/>
                    <a:pt x="21381" y="404"/>
                    <a:pt x="21257" y="240"/>
                  </a:cubicBezTo>
                  <a:lnTo>
                    <a:pt x="21257" y="215"/>
                  </a:lnTo>
                  <a:cubicBezTo>
                    <a:pt x="21210" y="144"/>
                    <a:pt x="21138" y="71"/>
                    <a:pt x="21089" y="0"/>
                  </a:cubicBezTo>
                  <a:close/>
                </a:path>
              </a:pathLst>
            </a:custGeom>
            <a:solidFill>
              <a:srgbClr val="A3137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01" name="Google Shape;633;p36"/>
            <p:cNvSpPr/>
            <p:nvPr/>
          </p:nvSpPr>
          <p:spPr>
            <a:xfrm>
              <a:off x="1506440" y="266888"/>
              <a:ext cx="37162" cy="372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18" h="21600" fill="norm" stroke="1" extrusionOk="0">
                  <a:moveTo>
                    <a:pt x="17184" y="0"/>
                  </a:moveTo>
                  <a:cubicBezTo>
                    <a:pt x="16587" y="0"/>
                    <a:pt x="15990" y="298"/>
                    <a:pt x="15501" y="835"/>
                  </a:cubicBezTo>
                  <a:cubicBezTo>
                    <a:pt x="10400" y="5848"/>
                    <a:pt x="5895" y="11456"/>
                    <a:pt x="740" y="17065"/>
                  </a:cubicBezTo>
                  <a:cubicBezTo>
                    <a:pt x="-997" y="18975"/>
                    <a:pt x="631" y="21600"/>
                    <a:pt x="2476" y="21600"/>
                  </a:cubicBezTo>
                  <a:cubicBezTo>
                    <a:pt x="3019" y="21600"/>
                    <a:pt x="3616" y="21361"/>
                    <a:pt x="4159" y="20765"/>
                  </a:cubicBezTo>
                  <a:lnTo>
                    <a:pt x="18866" y="4594"/>
                  </a:lnTo>
                  <a:cubicBezTo>
                    <a:pt x="20603" y="2685"/>
                    <a:pt x="19029" y="0"/>
                    <a:pt x="17184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02" name="Google Shape;634;p36"/>
            <p:cNvSpPr/>
            <p:nvPr/>
          </p:nvSpPr>
          <p:spPr>
            <a:xfrm>
              <a:off x="1507553" y="274598"/>
              <a:ext cx="63994" cy="648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41" h="21600" fill="norm" stroke="1" extrusionOk="0">
                  <a:moveTo>
                    <a:pt x="18588" y="0"/>
                  </a:moveTo>
                  <a:cubicBezTo>
                    <a:pt x="18228" y="0"/>
                    <a:pt x="17869" y="137"/>
                    <a:pt x="17509" y="445"/>
                  </a:cubicBezTo>
                  <a:cubicBezTo>
                    <a:pt x="12052" y="6504"/>
                    <a:pt x="6235" y="12597"/>
                    <a:pt x="451" y="18656"/>
                  </a:cubicBezTo>
                  <a:cubicBezTo>
                    <a:pt x="-627" y="19786"/>
                    <a:pt x="419" y="21600"/>
                    <a:pt x="1595" y="21600"/>
                  </a:cubicBezTo>
                  <a:cubicBezTo>
                    <a:pt x="1889" y="21600"/>
                    <a:pt x="2216" y="21463"/>
                    <a:pt x="2510" y="21155"/>
                  </a:cubicBezTo>
                  <a:lnTo>
                    <a:pt x="19895" y="2910"/>
                  </a:lnTo>
                  <a:cubicBezTo>
                    <a:pt x="20973" y="1780"/>
                    <a:pt x="19927" y="0"/>
                    <a:pt x="18588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03" name="Google Shape;635;p36"/>
            <p:cNvSpPr/>
            <p:nvPr/>
          </p:nvSpPr>
          <p:spPr>
            <a:xfrm>
              <a:off x="1483925" y="248691"/>
              <a:ext cx="36112" cy="360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554" h="21600" fill="norm" stroke="1" extrusionOk="0">
                  <a:moveTo>
                    <a:pt x="17014" y="0"/>
                  </a:moveTo>
                  <a:cubicBezTo>
                    <a:pt x="16457" y="0"/>
                    <a:pt x="15845" y="246"/>
                    <a:pt x="15288" y="862"/>
                  </a:cubicBezTo>
                  <a:cubicBezTo>
                    <a:pt x="10055" y="6031"/>
                    <a:pt x="5435" y="11754"/>
                    <a:pt x="758" y="16923"/>
                  </a:cubicBezTo>
                  <a:cubicBezTo>
                    <a:pt x="-1023" y="18892"/>
                    <a:pt x="647" y="21600"/>
                    <a:pt x="2540" y="21600"/>
                  </a:cubicBezTo>
                  <a:cubicBezTo>
                    <a:pt x="3097" y="21600"/>
                    <a:pt x="3709" y="21354"/>
                    <a:pt x="4266" y="20738"/>
                  </a:cubicBezTo>
                  <a:cubicBezTo>
                    <a:pt x="8942" y="15631"/>
                    <a:pt x="14119" y="10462"/>
                    <a:pt x="18796" y="4738"/>
                  </a:cubicBezTo>
                  <a:cubicBezTo>
                    <a:pt x="20577" y="2769"/>
                    <a:pt x="18907" y="0"/>
                    <a:pt x="17014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04" name="Google Shape;636;p36"/>
            <p:cNvSpPr/>
            <p:nvPr/>
          </p:nvSpPr>
          <p:spPr>
            <a:xfrm>
              <a:off x="1339053" y="251055"/>
              <a:ext cx="73674" cy="744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02" h="21600" fill="norm" stroke="1" extrusionOk="0">
                  <a:moveTo>
                    <a:pt x="19106" y="0"/>
                  </a:moveTo>
                  <a:cubicBezTo>
                    <a:pt x="18848" y="0"/>
                    <a:pt x="18562" y="90"/>
                    <a:pt x="18305" y="358"/>
                  </a:cubicBezTo>
                  <a:lnTo>
                    <a:pt x="395" y="19034"/>
                  </a:lnTo>
                  <a:cubicBezTo>
                    <a:pt x="-549" y="20019"/>
                    <a:pt x="366" y="21600"/>
                    <a:pt x="1368" y="21600"/>
                  </a:cubicBezTo>
                  <a:cubicBezTo>
                    <a:pt x="1654" y="21600"/>
                    <a:pt x="1911" y="21481"/>
                    <a:pt x="2169" y="21212"/>
                  </a:cubicBezTo>
                  <a:lnTo>
                    <a:pt x="20107" y="2536"/>
                  </a:lnTo>
                  <a:cubicBezTo>
                    <a:pt x="21051" y="1551"/>
                    <a:pt x="20136" y="0"/>
                    <a:pt x="19106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05" name="Google Shape;637;p36"/>
            <p:cNvSpPr/>
            <p:nvPr/>
          </p:nvSpPr>
          <p:spPr>
            <a:xfrm>
              <a:off x="1339055" y="264832"/>
              <a:ext cx="28542" cy="295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037" h="21600" fill="norm" stroke="1" extrusionOk="0">
                  <a:moveTo>
                    <a:pt x="15895" y="0"/>
                  </a:moveTo>
                  <a:cubicBezTo>
                    <a:pt x="15210" y="0"/>
                    <a:pt x="14455" y="301"/>
                    <a:pt x="13838" y="978"/>
                  </a:cubicBezTo>
                  <a:lnTo>
                    <a:pt x="947" y="15128"/>
                  </a:lnTo>
                  <a:cubicBezTo>
                    <a:pt x="-1316" y="17611"/>
                    <a:pt x="878" y="21600"/>
                    <a:pt x="3347" y="21600"/>
                  </a:cubicBezTo>
                  <a:cubicBezTo>
                    <a:pt x="3964" y="21600"/>
                    <a:pt x="4650" y="21299"/>
                    <a:pt x="5198" y="20697"/>
                  </a:cubicBezTo>
                  <a:lnTo>
                    <a:pt x="18090" y="6548"/>
                  </a:lnTo>
                  <a:cubicBezTo>
                    <a:pt x="20284" y="3462"/>
                    <a:pt x="18295" y="0"/>
                    <a:pt x="15895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06" name="Google Shape;638;p36"/>
            <p:cNvSpPr/>
            <p:nvPr/>
          </p:nvSpPr>
          <p:spPr>
            <a:xfrm>
              <a:off x="1324649" y="256196"/>
              <a:ext cx="20436" cy="209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7890" h="21600" fill="norm" stroke="1" extrusionOk="0">
                  <a:moveTo>
                    <a:pt x="13854" y="0"/>
                  </a:moveTo>
                  <a:cubicBezTo>
                    <a:pt x="12864" y="0"/>
                    <a:pt x="11874" y="424"/>
                    <a:pt x="11064" y="1482"/>
                  </a:cubicBezTo>
                  <a:lnTo>
                    <a:pt x="1614" y="12494"/>
                  </a:lnTo>
                  <a:cubicBezTo>
                    <a:pt x="-2076" y="15988"/>
                    <a:pt x="1254" y="21600"/>
                    <a:pt x="4674" y="21600"/>
                  </a:cubicBezTo>
                  <a:cubicBezTo>
                    <a:pt x="5574" y="21600"/>
                    <a:pt x="6474" y="21176"/>
                    <a:pt x="7284" y="20329"/>
                  </a:cubicBezTo>
                  <a:cubicBezTo>
                    <a:pt x="10074" y="15882"/>
                    <a:pt x="13854" y="12494"/>
                    <a:pt x="16644" y="8047"/>
                  </a:cubicBezTo>
                  <a:cubicBezTo>
                    <a:pt x="19524" y="4659"/>
                    <a:pt x="16914" y="0"/>
                    <a:pt x="13854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</p:grpSp>
      <p:grpSp>
        <p:nvGrpSpPr>
          <p:cNvPr id="729" name="Google Shape;639;p36"/>
          <p:cNvGrpSpPr/>
          <p:nvPr/>
        </p:nvGrpSpPr>
        <p:grpSpPr>
          <a:xfrm>
            <a:off x="5432877" y="3664541"/>
            <a:ext cx="1012612" cy="895580"/>
            <a:chOff x="0" y="0"/>
            <a:chExt cx="1012611" cy="895579"/>
          </a:xfrm>
        </p:grpSpPr>
        <p:sp>
          <p:nvSpPr>
            <p:cNvPr id="708" name="Google Shape;640;p36"/>
            <p:cNvSpPr/>
            <p:nvPr/>
          </p:nvSpPr>
          <p:spPr>
            <a:xfrm>
              <a:off x="545367" y="0"/>
              <a:ext cx="315897" cy="2736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6041" y="0"/>
                  </a:moveTo>
                  <a:cubicBezTo>
                    <a:pt x="5833" y="0"/>
                    <a:pt x="5634" y="53"/>
                    <a:pt x="5450" y="171"/>
                  </a:cubicBezTo>
                  <a:cubicBezTo>
                    <a:pt x="5884" y="3231"/>
                    <a:pt x="0" y="12696"/>
                    <a:pt x="0" y="12696"/>
                  </a:cubicBezTo>
                  <a:cubicBezTo>
                    <a:pt x="0" y="12696"/>
                    <a:pt x="97" y="16316"/>
                    <a:pt x="5062" y="18875"/>
                  </a:cubicBezTo>
                  <a:cubicBezTo>
                    <a:pt x="5787" y="19483"/>
                    <a:pt x="6604" y="19595"/>
                    <a:pt x="7523" y="19990"/>
                  </a:cubicBezTo>
                  <a:cubicBezTo>
                    <a:pt x="8743" y="18881"/>
                    <a:pt x="10188" y="18470"/>
                    <a:pt x="11712" y="18470"/>
                  </a:cubicBezTo>
                  <a:cubicBezTo>
                    <a:pt x="14465" y="18470"/>
                    <a:pt x="17453" y="19819"/>
                    <a:pt x="19720" y="20822"/>
                  </a:cubicBezTo>
                  <a:cubicBezTo>
                    <a:pt x="20445" y="21157"/>
                    <a:pt x="21069" y="21435"/>
                    <a:pt x="21600" y="21600"/>
                  </a:cubicBezTo>
                  <a:cubicBezTo>
                    <a:pt x="21263" y="15314"/>
                    <a:pt x="15910" y="12808"/>
                    <a:pt x="15910" y="12808"/>
                  </a:cubicBezTo>
                  <a:cubicBezTo>
                    <a:pt x="15910" y="12808"/>
                    <a:pt x="16150" y="11245"/>
                    <a:pt x="15818" y="9134"/>
                  </a:cubicBezTo>
                  <a:cubicBezTo>
                    <a:pt x="15476" y="7017"/>
                    <a:pt x="12003" y="5460"/>
                    <a:pt x="9592" y="4570"/>
                  </a:cubicBezTo>
                  <a:cubicBezTo>
                    <a:pt x="9592" y="2954"/>
                    <a:pt x="7579" y="0"/>
                    <a:pt x="6041" y="0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09" name="Google Shape;641;p36"/>
            <p:cNvSpPr/>
            <p:nvPr/>
          </p:nvSpPr>
          <p:spPr>
            <a:xfrm>
              <a:off x="563739" y="58899"/>
              <a:ext cx="270036" cy="2048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965" y="0"/>
                  </a:moveTo>
                  <a:cubicBezTo>
                    <a:pt x="5170" y="0"/>
                    <a:pt x="902" y="11117"/>
                    <a:pt x="902" y="11117"/>
                  </a:cubicBezTo>
                  <a:lnTo>
                    <a:pt x="0" y="13645"/>
                  </a:lnTo>
                  <a:lnTo>
                    <a:pt x="4452" y="19001"/>
                  </a:lnTo>
                  <a:cubicBezTo>
                    <a:pt x="5300" y="19812"/>
                    <a:pt x="6256" y="19962"/>
                    <a:pt x="7331" y="20489"/>
                  </a:cubicBezTo>
                  <a:cubicBezTo>
                    <a:pt x="8758" y="19008"/>
                    <a:pt x="10449" y="18459"/>
                    <a:pt x="12232" y="18459"/>
                  </a:cubicBezTo>
                  <a:cubicBezTo>
                    <a:pt x="15452" y="18459"/>
                    <a:pt x="18947" y="20261"/>
                    <a:pt x="21600" y="21600"/>
                  </a:cubicBezTo>
                  <a:cubicBezTo>
                    <a:pt x="19963" y="17733"/>
                    <a:pt x="13928" y="14393"/>
                    <a:pt x="13928" y="14393"/>
                  </a:cubicBezTo>
                  <a:cubicBezTo>
                    <a:pt x="13928" y="14393"/>
                    <a:pt x="13420" y="8809"/>
                    <a:pt x="12410" y="7179"/>
                  </a:cubicBezTo>
                  <a:cubicBezTo>
                    <a:pt x="11335" y="5541"/>
                    <a:pt x="6429" y="4800"/>
                    <a:pt x="6429" y="4800"/>
                  </a:cubicBezTo>
                  <a:cubicBezTo>
                    <a:pt x="6429" y="4800"/>
                    <a:pt x="6656" y="783"/>
                    <a:pt x="6029" y="43"/>
                  </a:cubicBezTo>
                  <a:cubicBezTo>
                    <a:pt x="6013" y="14"/>
                    <a:pt x="5992" y="0"/>
                    <a:pt x="5965" y="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10" name="Google Shape;642;p36"/>
            <p:cNvSpPr/>
            <p:nvPr/>
          </p:nvSpPr>
          <p:spPr>
            <a:xfrm>
              <a:off x="411430" y="132185"/>
              <a:ext cx="283447" cy="1717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75" h="21600" fill="norm" stroke="1" extrusionOk="0">
                  <a:moveTo>
                    <a:pt x="8578" y="0"/>
                  </a:moveTo>
                  <a:cubicBezTo>
                    <a:pt x="4198" y="0"/>
                    <a:pt x="291" y="7950"/>
                    <a:pt x="0" y="7950"/>
                  </a:cubicBezTo>
                  <a:lnTo>
                    <a:pt x="20656" y="21600"/>
                  </a:lnTo>
                  <a:cubicBezTo>
                    <a:pt x="20656" y="21600"/>
                    <a:pt x="21600" y="16368"/>
                    <a:pt x="20656" y="11144"/>
                  </a:cubicBezTo>
                  <a:cubicBezTo>
                    <a:pt x="19712" y="5997"/>
                    <a:pt x="14363" y="1563"/>
                    <a:pt x="9592" y="144"/>
                  </a:cubicBezTo>
                  <a:cubicBezTo>
                    <a:pt x="9251" y="42"/>
                    <a:pt x="8914" y="0"/>
                    <a:pt x="8578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11" name="Google Shape;643;p36"/>
            <p:cNvSpPr/>
            <p:nvPr/>
          </p:nvSpPr>
          <p:spPr>
            <a:xfrm>
              <a:off x="0" y="173050"/>
              <a:ext cx="751002" cy="6174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317" h="21600" fill="norm" stroke="1" extrusionOk="0">
                  <a:moveTo>
                    <a:pt x="11750" y="0"/>
                  </a:moveTo>
                  <a:cubicBezTo>
                    <a:pt x="11048" y="0"/>
                    <a:pt x="10287" y="118"/>
                    <a:pt x="9476" y="411"/>
                  </a:cubicBezTo>
                  <a:cubicBezTo>
                    <a:pt x="5141" y="1966"/>
                    <a:pt x="1696" y="8280"/>
                    <a:pt x="1458" y="13608"/>
                  </a:cubicBezTo>
                  <a:cubicBezTo>
                    <a:pt x="1441" y="16397"/>
                    <a:pt x="1587" y="17136"/>
                    <a:pt x="1587" y="17136"/>
                  </a:cubicBezTo>
                  <a:cubicBezTo>
                    <a:pt x="1587" y="17136"/>
                    <a:pt x="-373" y="19109"/>
                    <a:pt x="63" y="20419"/>
                  </a:cubicBezTo>
                  <a:cubicBezTo>
                    <a:pt x="346" y="21286"/>
                    <a:pt x="4571" y="21600"/>
                    <a:pt x="8927" y="21600"/>
                  </a:cubicBezTo>
                  <a:cubicBezTo>
                    <a:pt x="13494" y="21600"/>
                    <a:pt x="18208" y="21253"/>
                    <a:pt x="18671" y="20837"/>
                  </a:cubicBezTo>
                  <a:cubicBezTo>
                    <a:pt x="19578" y="19998"/>
                    <a:pt x="18508" y="17557"/>
                    <a:pt x="18508" y="17557"/>
                  </a:cubicBezTo>
                  <a:cubicBezTo>
                    <a:pt x="18508" y="17557"/>
                    <a:pt x="21227" y="7219"/>
                    <a:pt x="16694" y="2212"/>
                  </a:cubicBezTo>
                  <a:cubicBezTo>
                    <a:pt x="16694" y="2212"/>
                    <a:pt x="14780" y="0"/>
                    <a:pt x="11750" y="0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12" name="Google Shape;644;p36"/>
            <p:cNvSpPr/>
            <p:nvPr/>
          </p:nvSpPr>
          <p:spPr>
            <a:xfrm>
              <a:off x="42186" y="198447"/>
              <a:ext cx="673906" cy="5733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73" h="21600" fill="norm" stroke="1" extrusionOk="0">
                  <a:moveTo>
                    <a:pt x="14713" y="0"/>
                  </a:moveTo>
                  <a:cubicBezTo>
                    <a:pt x="13971" y="0"/>
                    <a:pt x="12820" y="359"/>
                    <a:pt x="11326" y="1929"/>
                  </a:cubicBezTo>
                  <a:cubicBezTo>
                    <a:pt x="8358" y="5063"/>
                    <a:pt x="8749" y="13776"/>
                    <a:pt x="8749" y="13776"/>
                  </a:cubicBezTo>
                  <a:cubicBezTo>
                    <a:pt x="8749" y="13776"/>
                    <a:pt x="2877" y="15157"/>
                    <a:pt x="3312" y="16379"/>
                  </a:cubicBezTo>
                  <a:cubicBezTo>
                    <a:pt x="3732" y="17478"/>
                    <a:pt x="11653" y="17524"/>
                    <a:pt x="12941" y="17524"/>
                  </a:cubicBezTo>
                  <a:cubicBezTo>
                    <a:pt x="13056" y="17524"/>
                    <a:pt x="13117" y="17524"/>
                    <a:pt x="13117" y="17524"/>
                  </a:cubicBezTo>
                  <a:cubicBezTo>
                    <a:pt x="13117" y="17524"/>
                    <a:pt x="6238" y="18106"/>
                    <a:pt x="4797" y="18185"/>
                  </a:cubicBezTo>
                  <a:cubicBezTo>
                    <a:pt x="3356" y="18239"/>
                    <a:pt x="-684" y="19195"/>
                    <a:pt x="101" y="20577"/>
                  </a:cubicBezTo>
                  <a:cubicBezTo>
                    <a:pt x="829" y="21325"/>
                    <a:pt x="3801" y="21600"/>
                    <a:pt x="7280" y="21600"/>
                  </a:cubicBezTo>
                  <a:cubicBezTo>
                    <a:pt x="13305" y="21600"/>
                    <a:pt x="20845" y="20776"/>
                    <a:pt x="20872" y="20152"/>
                  </a:cubicBezTo>
                  <a:cubicBezTo>
                    <a:pt x="20916" y="19195"/>
                    <a:pt x="19889" y="17760"/>
                    <a:pt x="19889" y="17760"/>
                  </a:cubicBezTo>
                  <a:cubicBezTo>
                    <a:pt x="19889" y="17760"/>
                    <a:pt x="20872" y="12341"/>
                    <a:pt x="20784" y="9580"/>
                  </a:cubicBezTo>
                  <a:cubicBezTo>
                    <a:pt x="20673" y="6817"/>
                    <a:pt x="19581" y="4399"/>
                    <a:pt x="18360" y="2488"/>
                  </a:cubicBezTo>
                  <a:cubicBezTo>
                    <a:pt x="17115" y="547"/>
                    <a:pt x="15629" y="257"/>
                    <a:pt x="15673" y="257"/>
                  </a:cubicBezTo>
                  <a:cubicBezTo>
                    <a:pt x="15673" y="257"/>
                    <a:pt x="15339" y="0"/>
                    <a:pt x="14713" y="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13" name="Google Shape;645;p36"/>
            <p:cNvSpPr/>
            <p:nvPr/>
          </p:nvSpPr>
          <p:spPr>
            <a:xfrm>
              <a:off x="71521" y="217224"/>
              <a:ext cx="304134" cy="3635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18" h="21600" fill="norm" stroke="1" extrusionOk="0">
                  <a:moveTo>
                    <a:pt x="20217" y="0"/>
                  </a:moveTo>
                  <a:cubicBezTo>
                    <a:pt x="17612" y="0"/>
                    <a:pt x="15058" y="1384"/>
                    <a:pt x="12937" y="2556"/>
                  </a:cubicBezTo>
                  <a:cubicBezTo>
                    <a:pt x="10577" y="3936"/>
                    <a:pt x="8414" y="5574"/>
                    <a:pt x="6642" y="7455"/>
                  </a:cubicBezTo>
                  <a:cubicBezTo>
                    <a:pt x="3150" y="11059"/>
                    <a:pt x="399" y="15625"/>
                    <a:pt x="3" y="20320"/>
                  </a:cubicBezTo>
                  <a:cubicBezTo>
                    <a:pt x="-49" y="21171"/>
                    <a:pt x="714" y="21600"/>
                    <a:pt x="1511" y="21600"/>
                  </a:cubicBezTo>
                  <a:cubicBezTo>
                    <a:pt x="2203" y="21600"/>
                    <a:pt x="2924" y="21271"/>
                    <a:pt x="3150" y="20609"/>
                  </a:cubicBezTo>
                  <a:cubicBezTo>
                    <a:pt x="4578" y="16464"/>
                    <a:pt x="6298" y="12652"/>
                    <a:pt x="9644" y="9261"/>
                  </a:cubicBezTo>
                  <a:cubicBezTo>
                    <a:pt x="11217" y="7668"/>
                    <a:pt x="12989" y="6200"/>
                    <a:pt x="14907" y="4903"/>
                  </a:cubicBezTo>
                  <a:cubicBezTo>
                    <a:pt x="16872" y="3688"/>
                    <a:pt x="19190" y="2809"/>
                    <a:pt x="20957" y="1424"/>
                  </a:cubicBezTo>
                  <a:cubicBezTo>
                    <a:pt x="21551" y="923"/>
                    <a:pt x="21056" y="0"/>
                    <a:pt x="20217" y="0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14" name="Google Shape;646;p36"/>
            <p:cNvSpPr/>
            <p:nvPr/>
          </p:nvSpPr>
          <p:spPr>
            <a:xfrm>
              <a:off x="543713" y="226478"/>
              <a:ext cx="144378" cy="4447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987" h="21600" fill="norm" stroke="1" extrusionOk="0">
                  <a:moveTo>
                    <a:pt x="648" y="0"/>
                  </a:moveTo>
                  <a:cubicBezTo>
                    <a:pt x="139" y="0"/>
                    <a:pt x="-250" y="230"/>
                    <a:pt x="195" y="440"/>
                  </a:cubicBezTo>
                  <a:cubicBezTo>
                    <a:pt x="5424" y="3113"/>
                    <a:pt x="8492" y="6022"/>
                    <a:pt x="10065" y="9447"/>
                  </a:cubicBezTo>
                  <a:cubicBezTo>
                    <a:pt x="11726" y="13042"/>
                    <a:pt x="10153" y="16571"/>
                    <a:pt x="7244" y="19996"/>
                  </a:cubicBezTo>
                  <a:cubicBezTo>
                    <a:pt x="6489" y="20905"/>
                    <a:pt x="8571" y="21600"/>
                    <a:pt x="10558" y="21600"/>
                  </a:cubicBezTo>
                  <a:cubicBezTo>
                    <a:pt x="11631" y="21600"/>
                    <a:pt x="12672" y="21400"/>
                    <a:pt x="13220" y="20918"/>
                  </a:cubicBezTo>
                  <a:cubicBezTo>
                    <a:pt x="21350" y="13764"/>
                    <a:pt x="15875" y="4996"/>
                    <a:pt x="1109" y="66"/>
                  </a:cubicBezTo>
                  <a:cubicBezTo>
                    <a:pt x="958" y="20"/>
                    <a:pt x="799" y="0"/>
                    <a:pt x="648" y="0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15" name="Google Shape;647;p36"/>
            <p:cNvSpPr/>
            <p:nvPr/>
          </p:nvSpPr>
          <p:spPr>
            <a:xfrm>
              <a:off x="123877" y="707804"/>
              <a:ext cx="520228" cy="524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74" h="21600" fill="norm" stroke="1" extrusionOk="0">
                  <a:moveTo>
                    <a:pt x="20763" y="0"/>
                  </a:moveTo>
                  <a:cubicBezTo>
                    <a:pt x="20738" y="0"/>
                    <a:pt x="20713" y="28"/>
                    <a:pt x="20686" y="84"/>
                  </a:cubicBezTo>
                  <a:cubicBezTo>
                    <a:pt x="17387" y="6207"/>
                    <a:pt x="14085" y="6764"/>
                    <a:pt x="10728" y="8211"/>
                  </a:cubicBezTo>
                  <a:cubicBezTo>
                    <a:pt x="9728" y="8573"/>
                    <a:pt x="8716" y="8824"/>
                    <a:pt x="7707" y="8824"/>
                  </a:cubicBezTo>
                  <a:cubicBezTo>
                    <a:pt x="7097" y="8824"/>
                    <a:pt x="6484" y="8740"/>
                    <a:pt x="5876" y="8518"/>
                  </a:cubicBezTo>
                  <a:cubicBezTo>
                    <a:pt x="5673" y="8490"/>
                    <a:pt x="5464" y="8462"/>
                    <a:pt x="5252" y="8462"/>
                  </a:cubicBezTo>
                  <a:cubicBezTo>
                    <a:pt x="5021" y="8462"/>
                    <a:pt x="4785" y="8490"/>
                    <a:pt x="4546" y="8490"/>
                  </a:cubicBezTo>
                  <a:cubicBezTo>
                    <a:pt x="3270" y="8490"/>
                    <a:pt x="1923" y="8156"/>
                    <a:pt x="826" y="3869"/>
                  </a:cubicBezTo>
                  <a:cubicBezTo>
                    <a:pt x="738" y="3535"/>
                    <a:pt x="658" y="3368"/>
                    <a:pt x="584" y="3368"/>
                  </a:cubicBezTo>
                  <a:cubicBezTo>
                    <a:pt x="-123" y="3368"/>
                    <a:pt x="-249" y="17592"/>
                    <a:pt x="546" y="17592"/>
                  </a:cubicBezTo>
                  <a:cubicBezTo>
                    <a:pt x="581" y="17592"/>
                    <a:pt x="617" y="17564"/>
                    <a:pt x="653" y="17508"/>
                  </a:cubicBezTo>
                  <a:cubicBezTo>
                    <a:pt x="996" y="16979"/>
                    <a:pt x="1346" y="16757"/>
                    <a:pt x="1700" y="16757"/>
                  </a:cubicBezTo>
                  <a:cubicBezTo>
                    <a:pt x="3077" y="16757"/>
                    <a:pt x="4532" y="20013"/>
                    <a:pt x="5876" y="20709"/>
                  </a:cubicBezTo>
                  <a:cubicBezTo>
                    <a:pt x="6976" y="21294"/>
                    <a:pt x="8073" y="21600"/>
                    <a:pt x="9170" y="21600"/>
                  </a:cubicBezTo>
                  <a:cubicBezTo>
                    <a:pt x="9766" y="21600"/>
                    <a:pt x="10363" y="21516"/>
                    <a:pt x="10959" y="21294"/>
                  </a:cubicBezTo>
                  <a:cubicBezTo>
                    <a:pt x="14286" y="20153"/>
                    <a:pt x="17615" y="13751"/>
                    <a:pt x="20917" y="7627"/>
                  </a:cubicBezTo>
                  <a:cubicBezTo>
                    <a:pt x="21351" y="6820"/>
                    <a:pt x="21194" y="0"/>
                    <a:pt x="20763" y="0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16" name="Google Shape;648;p36"/>
            <p:cNvSpPr/>
            <p:nvPr/>
          </p:nvSpPr>
          <p:spPr>
            <a:xfrm>
              <a:off x="142817" y="322595"/>
              <a:ext cx="71028" cy="884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088" h="21600" fill="norm" stroke="1" extrusionOk="0">
                  <a:moveTo>
                    <a:pt x="15918" y="0"/>
                  </a:moveTo>
                  <a:cubicBezTo>
                    <a:pt x="15246" y="0"/>
                    <a:pt x="14575" y="231"/>
                    <a:pt x="14012" y="792"/>
                  </a:cubicBezTo>
                  <a:cubicBezTo>
                    <a:pt x="9656" y="5445"/>
                    <a:pt x="5100" y="9752"/>
                    <a:pt x="1125" y="14571"/>
                  </a:cubicBezTo>
                  <a:cubicBezTo>
                    <a:pt x="-1707" y="18003"/>
                    <a:pt x="1306" y="21600"/>
                    <a:pt x="4664" y="21600"/>
                  </a:cubicBezTo>
                  <a:cubicBezTo>
                    <a:pt x="6007" y="21600"/>
                    <a:pt x="7423" y="21006"/>
                    <a:pt x="8512" y="19570"/>
                  </a:cubicBezTo>
                  <a:cubicBezTo>
                    <a:pt x="12306" y="14571"/>
                    <a:pt x="15337" y="9406"/>
                    <a:pt x="18749" y="4059"/>
                  </a:cubicBezTo>
                  <a:cubicBezTo>
                    <a:pt x="19893" y="2129"/>
                    <a:pt x="17933" y="0"/>
                    <a:pt x="15918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17" name="Google Shape;649;p36"/>
            <p:cNvSpPr/>
            <p:nvPr/>
          </p:nvSpPr>
          <p:spPr>
            <a:xfrm>
              <a:off x="90906" y="452078"/>
              <a:ext cx="54148" cy="742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38" h="21600" fill="norm" stroke="1" extrusionOk="0">
                  <a:moveTo>
                    <a:pt x="11913" y="0"/>
                  </a:moveTo>
                  <a:cubicBezTo>
                    <a:pt x="10232" y="0"/>
                    <a:pt x="8576" y="334"/>
                    <a:pt x="7179" y="1022"/>
                  </a:cubicBezTo>
                  <a:cubicBezTo>
                    <a:pt x="3402" y="2870"/>
                    <a:pt x="2316" y="5523"/>
                    <a:pt x="1488" y="8609"/>
                  </a:cubicBezTo>
                  <a:cubicBezTo>
                    <a:pt x="1229" y="10043"/>
                    <a:pt x="686" y="11282"/>
                    <a:pt x="686" y="12500"/>
                  </a:cubicBezTo>
                  <a:cubicBezTo>
                    <a:pt x="945" y="13129"/>
                    <a:pt x="945" y="13542"/>
                    <a:pt x="945" y="13955"/>
                  </a:cubicBezTo>
                  <a:lnTo>
                    <a:pt x="686" y="14367"/>
                  </a:lnTo>
                  <a:cubicBezTo>
                    <a:pt x="-659" y="16824"/>
                    <a:pt x="-116" y="19694"/>
                    <a:pt x="3118" y="21128"/>
                  </a:cubicBezTo>
                  <a:cubicBezTo>
                    <a:pt x="3946" y="21443"/>
                    <a:pt x="4980" y="21600"/>
                    <a:pt x="6041" y="21600"/>
                  </a:cubicBezTo>
                  <a:cubicBezTo>
                    <a:pt x="8369" y="21600"/>
                    <a:pt x="10827" y="20833"/>
                    <a:pt x="11758" y="19281"/>
                  </a:cubicBezTo>
                  <a:cubicBezTo>
                    <a:pt x="13129" y="17021"/>
                    <a:pt x="15535" y="15782"/>
                    <a:pt x="17164" y="13738"/>
                  </a:cubicBezTo>
                  <a:cubicBezTo>
                    <a:pt x="17966" y="12913"/>
                    <a:pt x="18768" y="12087"/>
                    <a:pt x="19596" y="11065"/>
                  </a:cubicBezTo>
                  <a:cubicBezTo>
                    <a:pt x="20941" y="9021"/>
                    <a:pt x="20941" y="6977"/>
                    <a:pt x="20398" y="4697"/>
                  </a:cubicBezTo>
                  <a:cubicBezTo>
                    <a:pt x="19648" y="1710"/>
                    <a:pt x="15741" y="0"/>
                    <a:pt x="11913" y="0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18" name="Google Shape;650;p36"/>
            <p:cNvSpPr/>
            <p:nvPr/>
          </p:nvSpPr>
          <p:spPr>
            <a:xfrm>
              <a:off x="276751" y="347384"/>
              <a:ext cx="158435" cy="2576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058" h="21600" fill="norm" stroke="1" extrusionOk="0">
                  <a:moveTo>
                    <a:pt x="6875" y="4756"/>
                  </a:moveTo>
                  <a:lnTo>
                    <a:pt x="6875" y="7593"/>
                  </a:lnTo>
                  <a:cubicBezTo>
                    <a:pt x="5892" y="7236"/>
                    <a:pt x="5267" y="6766"/>
                    <a:pt x="5533" y="6115"/>
                  </a:cubicBezTo>
                  <a:cubicBezTo>
                    <a:pt x="5712" y="5464"/>
                    <a:pt x="6242" y="5050"/>
                    <a:pt x="6875" y="4756"/>
                  </a:cubicBezTo>
                  <a:close/>
                  <a:moveTo>
                    <a:pt x="9192" y="4218"/>
                  </a:moveTo>
                  <a:cubicBezTo>
                    <a:pt x="9731" y="4218"/>
                    <a:pt x="10270" y="4280"/>
                    <a:pt x="10800" y="4337"/>
                  </a:cubicBezTo>
                  <a:cubicBezTo>
                    <a:pt x="11065" y="4337"/>
                    <a:pt x="11245" y="4399"/>
                    <a:pt x="11424" y="4399"/>
                  </a:cubicBezTo>
                  <a:cubicBezTo>
                    <a:pt x="11424" y="5639"/>
                    <a:pt x="11518" y="7117"/>
                    <a:pt x="11518" y="8595"/>
                  </a:cubicBezTo>
                  <a:cubicBezTo>
                    <a:pt x="10620" y="8419"/>
                    <a:pt x="9817" y="8300"/>
                    <a:pt x="9098" y="8119"/>
                  </a:cubicBezTo>
                  <a:lnTo>
                    <a:pt x="9192" y="4218"/>
                  </a:lnTo>
                  <a:close/>
                  <a:moveTo>
                    <a:pt x="13562" y="12615"/>
                  </a:moveTo>
                  <a:cubicBezTo>
                    <a:pt x="15443" y="13798"/>
                    <a:pt x="15264" y="15451"/>
                    <a:pt x="13562" y="16278"/>
                  </a:cubicBezTo>
                  <a:lnTo>
                    <a:pt x="13562" y="12615"/>
                  </a:lnTo>
                  <a:close/>
                  <a:moveTo>
                    <a:pt x="9013" y="11256"/>
                  </a:moveTo>
                  <a:cubicBezTo>
                    <a:pt x="9911" y="11375"/>
                    <a:pt x="10800" y="11494"/>
                    <a:pt x="11518" y="11731"/>
                  </a:cubicBezTo>
                  <a:cubicBezTo>
                    <a:pt x="11604" y="13504"/>
                    <a:pt x="11604" y="15213"/>
                    <a:pt x="11604" y="16697"/>
                  </a:cubicBezTo>
                  <a:cubicBezTo>
                    <a:pt x="11381" y="16708"/>
                    <a:pt x="11159" y="16714"/>
                    <a:pt x="10937" y="16714"/>
                  </a:cubicBezTo>
                  <a:cubicBezTo>
                    <a:pt x="10270" y="16714"/>
                    <a:pt x="9620" y="16652"/>
                    <a:pt x="9013" y="16516"/>
                  </a:cubicBezTo>
                  <a:lnTo>
                    <a:pt x="9013" y="11256"/>
                  </a:lnTo>
                  <a:close/>
                  <a:moveTo>
                    <a:pt x="7576" y="0"/>
                  </a:moveTo>
                  <a:cubicBezTo>
                    <a:pt x="7251" y="0"/>
                    <a:pt x="6986" y="6"/>
                    <a:pt x="6961" y="28"/>
                  </a:cubicBezTo>
                  <a:cubicBezTo>
                    <a:pt x="6875" y="85"/>
                    <a:pt x="6875" y="793"/>
                    <a:pt x="6875" y="1919"/>
                  </a:cubicBezTo>
                  <a:cubicBezTo>
                    <a:pt x="4105" y="2446"/>
                    <a:pt x="2232" y="3748"/>
                    <a:pt x="1428" y="4756"/>
                  </a:cubicBezTo>
                  <a:cubicBezTo>
                    <a:pt x="0" y="6347"/>
                    <a:pt x="804" y="8357"/>
                    <a:pt x="3745" y="9721"/>
                  </a:cubicBezTo>
                  <a:cubicBezTo>
                    <a:pt x="4908" y="10248"/>
                    <a:pt x="5977" y="10605"/>
                    <a:pt x="6961" y="10842"/>
                  </a:cubicBezTo>
                  <a:cubicBezTo>
                    <a:pt x="6961" y="12558"/>
                    <a:pt x="7055" y="14211"/>
                    <a:pt x="7055" y="15751"/>
                  </a:cubicBezTo>
                  <a:cubicBezTo>
                    <a:pt x="5806" y="15038"/>
                    <a:pt x="4814" y="14030"/>
                    <a:pt x="4105" y="12915"/>
                  </a:cubicBezTo>
                  <a:cubicBezTo>
                    <a:pt x="3121" y="13085"/>
                    <a:pt x="0" y="14268"/>
                    <a:pt x="0" y="14268"/>
                  </a:cubicBezTo>
                  <a:cubicBezTo>
                    <a:pt x="0" y="14268"/>
                    <a:pt x="1428" y="18526"/>
                    <a:pt x="6961" y="19471"/>
                  </a:cubicBezTo>
                  <a:lnTo>
                    <a:pt x="7140" y="19471"/>
                  </a:lnTo>
                  <a:lnTo>
                    <a:pt x="7140" y="21600"/>
                  </a:lnTo>
                  <a:lnTo>
                    <a:pt x="8927" y="21600"/>
                  </a:lnTo>
                  <a:lnTo>
                    <a:pt x="8927" y="19709"/>
                  </a:lnTo>
                  <a:cubicBezTo>
                    <a:pt x="9817" y="19828"/>
                    <a:pt x="10800" y="19828"/>
                    <a:pt x="11698" y="19828"/>
                  </a:cubicBezTo>
                  <a:lnTo>
                    <a:pt x="11698" y="21600"/>
                  </a:lnTo>
                  <a:lnTo>
                    <a:pt x="13476" y="21600"/>
                  </a:lnTo>
                  <a:lnTo>
                    <a:pt x="13476" y="19652"/>
                  </a:lnTo>
                  <a:cubicBezTo>
                    <a:pt x="14554" y="19415"/>
                    <a:pt x="15623" y="19114"/>
                    <a:pt x="16598" y="18588"/>
                  </a:cubicBezTo>
                  <a:cubicBezTo>
                    <a:pt x="19727" y="16986"/>
                    <a:pt x="21600" y="13560"/>
                    <a:pt x="18385" y="11193"/>
                  </a:cubicBezTo>
                  <a:cubicBezTo>
                    <a:pt x="16957" y="10129"/>
                    <a:pt x="16692" y="9840"/>
                    <a:pt x="13656" y="9070"/>
                  </a:cubicBezTo>
                  <a:lnTo>
                    <a:pt x="13742" y="5283"/>
                  </a:lnTo>
                  <a:cubicBezTo>
                    <a:pt x="14733" y="6058"/>
                    <a:pt x="14639" y="6885"/>
                    <a:pt x="14639" y="6885"/>
                  </a:cubicBezTo>
                  <a:lnTo>
                    <a:pt x="19368" y="6347"/>
                  </a:lnTo>
                  <a:cubicBezTo>
                    <a:pt x="19368" y="6347"/>
                    <a:pt x="18838" y="3273"/>
                    <a:pt x="13742" y="2095"/>
                  </a:cubicBezTo>
                  <a:lnTo>
                    <a:pt x="13836" y="85"/>
                  </a:lnTo>
                  <a:cubicBezTo>
                    <a:pt x="13836" y="85"/>
                    <a:pt x="12844" y="57"/>
                    <a:pt x="12160" y="57"/>
                  </a:cubicBezTo>
                  <a:cubicBezTo>
                    <a:pt x="11809" y="57"/>
                    <a:pt x="11544" y="62"/>
                    <a:pt x="11518" y="85"/>
                  </a:cubicBezTo>
                  <a:cubicBezTo>
                    <a:pt x="11518" y="85"/>
                    <a:pt x="11424" y="736"/>
                    <a:pt x="11424" y="1738"/>
                  </a:cubicBezTo>
                  <a:cubicBezTo>
                    <a:pt x="10860" y="1699"/>
                    <a:pt x="10338" y="1653"/>
                    <a:pt x="9825" y="1653"/>
                  </a:cubicBezTo>
                  <a:cubicBezTo>
                    <a:pt x="9620" y="1653"/>
                    <a:pt x="9406" y="1665"/>
                    <a:pt x="9192" y="1682"/>
                  </a:cubicBezTo>
                  <a:lnTo>
                    <a:pt x="9192" y="28"/>
                  </a:lnTo>
                  <a:cubicBezTo>
                    <a:pt x="9192" y="28"/>
                    <a:pt x="8243" y="0"/>
                    <a:pt x="7576" y="0"/>
                  </a:cubicBezTo>
                  <a:close/>
                </a:path>
              </a:pathLst>
            </a:custGeom>
            <a:solidFill>
              <a:srgbClr val="A3137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19" name="Google Shape;651;p36"/>
            <p:cNvSpPr/>
            <p:nvPr/>
          </p:nvSpPr>
          <p:spPr>
            <a:xfrm>
              <a:off x="534700" y="390680"/>
              <a:ext cx="477912" cy="504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492" h="21600" fill="norm" stroke="1" extrusionOk="0">
                  <a:moveTo>
                    <a:pt x="5096" y="0"/>
                  </a:moveTo>
                  <a:cubicBezTo>
                    <a:pt x="2622" y="725"/>
                    <a:pt x="1328" y="2687"/>
                    <a:pt x="1328" y="2687"/>
                  </a:cubicBezTo>
                  <a:cubicBezTo>
                    <a:pt x="1328" y="2687"/>
                    <a:pt x="148" y="4135"/>
                    <a:pt x="60" y="7634"/>
                  </a:cubicBezTo>
                  <a:cubicBezTo>
                    <a:pt x="-53" y="10469"/>
                    <a:pt x="-284" y="15659"/>
                    <a:pt x="2361" y="19098"/>
                  </a:cubicBezTo>
                  <a:cubicBezTo>
                    <a:pt x="3573" y="20687"/>
                    <a:pt x="6110" y="21600"/>
                    <a:pt x="8859" y="21600"/>
                  </a:cubicBezTo>
                  <a:cubicBezTo>
                    <a:pt x="12055" y="21600"/>
                    <a:pt x="15537" y="20366"/>
                    <a:pt x="17548" y="17529"/>
                  </a:cubicBezTo>
                  <a:cubicBezTo>
                    <a:pt x="21316" y="12220"/>
                    <a:pt x="19071" y="6155"/>
                    <a:pt x="15360" y="3231"/>
                  </a:cubicBezTo>
                  <a:cubicBezTo>
                    <a:pt x="11652" y="272"/>
                    <a:pt x="5096" y="0"/>
                    <a:pt x="5096" y="0"/>
                  </a:cubicBezTo>
                  <a:close/>
                </a:path>
              </a:pathLst>
            </a:custGeom>
            <a:solidFill>
              <a:srgbClr val="BE1F8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20" name="Google Shape;652;p36"/>
            <p:cNvSpPr/>
            <p:nvPr/>
          </p:nvSpPr>
          <p:spPr>
            <a:xfrm>
              <a:off x="548014" y="424520"/>
              <a:ext cx="419412" cy="4580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980" h="21600" fill="norm" stroke="1" extrusionOk="0">
                  <a:moveTo>
                    <a:pt x="3536" y="0"/>
                  </a:moveTo>
                  <a:lnTo>
                    <a:pt x="1654" y="1198"/>
                  </a:lnTo>
                  <a:lnTo>
                    <a:pt x="1049" y="1564"/>
                  </a:lnTo>
                  <a:cubicBezTo>
                    <a:pt x="-898" y="8349"/>
                    <a:pt x="412" y="15099"/>
                    <a:pt x="682" y="15764"/>
                  </a:cubicBezTo>
                  <a:cubicBezTo>
                    <a:pt x="984" y="16462"/>
                    <a:pt x="2091" y="19523"/>
                    <a:pt x="5956" y="20918"/>
                  </a:cubicBezTo>
                  <a:cubicBezTo>
                    <a:pt x="7214" y="21374"/>
                    <a:pt x="8671" y="21600"/>
                    <a:pt x="10145" y="21600"/>
                  </a:cubicBezTo>
                  <a:cubicBezTo>
                    <a:pt x="13189" y="21600"/>
                    <a:pt x="16307" y="20638"/>
                    <a:pt x="17912" y="18755"/>
                  </a:cubicBezTo>
                  <a:cubicBezTo>
                    <a:pt x="18585" y="17959"/>
                    <a:pt x="19090" y="17128"/>
                    <a:pt x="19457" y="16328"/>
                  </a:cubicBezTo>
                  <a:cubicBezTo>
                    <a:pt x="19492" y="16229"/>
                    <a:pt x="19560" y="16131"/>
                    <a:pt x="19592" y="16029"/>
                  </a:cubicBezTo>
                  <a:cubicBezTo>
                    <a:pt x="20702" y="13270"/>
                    <a:pt x="19357" y="10145"/>
                    <a:pt x="16535" y="9015"/>
                  </a:cubicBezTo>
                  <a:cubicBezTo>
                    <a:pt x="15110" y="8467"/>
                    <a:pt x="13610" y="8269"/>
                    <a:pt x="12188" y="8269"/>
                  </a:cubicBezTo>
                  <a:cubicBezTo>
                    <a:pt x="11966" y="8269"/>
                    <a:pt x="11747" y="8272"/>
                    <a:pt x="11532" y="8282"/>
                  </a:cubicBezTo>
                  <a:cubicBezTo>
                    <a:pt x="11435" y="8285"/>
                    <a:pt x="11342" y="8288"/>
                    <a:pt x="11249" y="8288"/>
                  </a:cubicBezTo>
                  <a:cubicBezTo>
                    <a:pt x="7905" y="8288"/>
                    <a:pt x="4990" y="5995"/>
                    <a:pt x="4208" y="2727"/>
                  </a:cubicBezTo>
                  <a:lnTo>
                    <a:pt x="3536" y="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21" name="Google Shape;653;p36"/>
            <p:cNvSpPr/>
            <p:nvPr/>
          </p:nvSpPr>
          <p:spPr>
            <a:xfrm>
              <a:off x="589135" y="419657"/>
              <a:ext cx="375556" cy="3854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802" h="21600" fill="norm" stroke="1" extrusionOk="0">
                  <a:moveTo>
                    <a:pt x="2115" y="0"/>
                  </a:moveTo>
                  <a:lnTo>
                    <a:pt x="0" y="1420"/>
                  </a:lnTo>
                  <a:cubicBezTo>
                    <a:pt x="36" y="4777"/>
                    <a:pt x="370" y="13866"/>
                    <a:pt x="3975" y="17818"/>
                  </a:cubicBezTo>
                  <a:cubicBezTo>
                    <a:pt x="6161" y="20211"/>
                    <a:pt x="10018" y="21600"/>
                    <a:pt x="13519" y="21600"/>
                  </a:cubicBezTo>
                  <a:cubicBezTo>
                    <a:pt x="14068" y="21600"/>
                    <a:pt x="14605" y="21566"/>
                    <a:pt x="15129" y="21498"/>
                  </a:cubicBezTo>
                  <a:cubicBezTo>
                    <a:pt x="20375" y="20786"/>
                    <a:pt x="21600" y="13155"/>
                    <a:pt x="16764" y="10826"/>
                  </a:cubicBezTo>
                  <a:cubicBezTo>
                    <a:pt x="16692" y="10785"/>
                    <a:pt x="16618" y="10747"/>
                    <a:pt x="16507" y="10705"/>
                  </a:cubicBezTo>
                  <a:cubicBezTo>
                    <a:pt x="14926" y="10058"/>
                    <a:pt x="13263" y="9820"/>
                    <a:pt x="11685" y="9820"/>
                  </a:cubicBezTo>
                  <a:cubicBezTo>
                    <a:pt x="11443" y="9820"/>
                    <a:pt x="11204" y="9827"/>
                    <a:pt x="10966" y="9838"/>
                  </a:cubicBezTo>
                  <a:cubicBezTo>
                    <a:pt x="10862" y="9842"/>
                    <a:pt x="10755" y="9842"/>
                    <a:pt x="10652" y="9842"/>
                  </a:cubicBezTo>
                  <a:cubicBezTo>
                    <a:pt x="6952" y="9842"/>
                    <a:pt x="3693" y="7121"/>
                    <a:pt x="2824" y="3240"/>
                  </a:cubicBezTo>
                  <a:lnTo>
                    <a:pt x="2115" y="0"/>
                  </a:lnTo>
                  <a:close/>
                </a:path>
              </a:pathLst>
            </a:custGeom>
            <a:solidFill>
              <a:srgbClr val="A3137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22" name="Google Shape;654;p36"/>
            <p:cNvSpPr/>
            <p:nvPr/>
          </p:nvSpPr>
          <p:spPr>
            <a:xfrm>
              <a:off x="411430" y="235799"/>
              <a:ext cx="237616" cy="2218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7670" y="0"/>
                  </a:moveTo>
                  <a:cubicBezTo>
                    <a:pt x="14711" y="0"/>
                    <a:pt x="10739" y="2196"/>
                    <a:pt x="7306" y="4918"/>
                  </a:cubicBezTo>
                  <a:cubicBezTo>
                    <a:pt x="4930" y="6838"/>
                    <a:pt x="2818" y="8969"/>
                    <a:pt x="1474" y="10685"/>
                  </a:cubicBezTo>
                  <a:cubicBezTo>
                    <a:pt x="639" y="11783"/>
                    <a:pt x="129" y="12677"/>
                    <a:pt x="0" y="13368"/>
                  </a:cubicBezTo>
                  <a:cubicBezTo>
                    <a:pt x="3076" y="18095"/>
                    <a:pt x="9228" y="20292"/>
                    <a:pt x="12433" y="21120"/>
                  </a:cubicBezTo>
                  <a:cubicBezTo>
                    <a:pt x="12820" y="21258"/>
                    <a:pt x="13139" y="21330"/>
                    <a:pt x="13391" y="21396"/>
                  </a:cubicBezTo>
                  <a:cubicBezTo>
                    <a:pt x="14036" y="21528"/>
                    <a:pt x="14416" y="21600"/>
                    <a:pt x="14416" y="21600"/>
                  </a:cubicBezTo>
                  <a:lnTo>
                    <a:pt x="21600" y="16248"/>
                  </a:lnTo>
                  <a:cubicBezTo>
                    <a:pt x="21600" y="16248"/>
                    <a:pt x="19997" y="1072"/>
                    <a:pt x="18395" y="46"/>
                  </a:cubicBezTo>
                  <a:cubicBezTo>
                    <a:pt x="18162" y="13"/>
                    <a:pt x="17922" y="0"/>
                    <a:pt x="17670" y="0"/>
                  </a:cubicBezTo>
                  <a:close/>
                </a:path>
              </a:pathLst>
            </a:custGeom>
            <a:solidFill>
              <a:srgbClr val="BE1F8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23" name="Google Shape;655;p36"/>
            <p:cNvSpPr/>
            <p:nvPr/>
          </p:nvSpPr>
          <p:spPr>
            <a:xfrm>
              <a:off x="411430" y="286323"/>
              <a:ext cx="209383" cy="1692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8292" y="0"/>
                  </a:moveTo>
                  <a:cubicBezTo>
                    <a:pt x="5595" y="2517"/>
                    <a:pt x="3198" y="5309"/>
                    <a:pt x="1672" y="7559"/>
                  </a:cubicBezTo>
                  <a:cubicBezTo>
                    <a:pt x="725" y="8999"/>
                    <a:pt x="146" y="10171"/>
                    <a:pt x="0" y="11076"/>
                  </a:cubicBezTo>
                  <a:cubicBezTo>
                    <a:pt x="3491" y="17273"/>
                    <a:pt x="10473" y="20152"/>
                    <a:pt x="14110" y="21238"/>
                  </a:cubicBezTo>
                  <a:cubicBezTo>
                    <a:pt x="14549" y="21419"/>
                    <a:pt x="14911" y="21514"/>
                    <a:pt x="15197" y="21600"/>
                  </a:cubicBezTo>
                  <a:lnTo>
                    <a:pt x="19928" y="17015"/>
                  </a:lnTo>
                  <a:lnTo>
                    <a:pt x="21600" y="13498"/>
                  </a:lnTo>
                  <a:cubicBezTo>
                    <a:pt x="21600" y="13050"/>
                    <a:pt x="11929" y="3603"/>
                    <a:pt x="8292" y="0"/>
                  </a:cubicBezTo>
                  <a:close/>
                </a:path>
              </a:pathLst>
            </a:custGeom>
            <a:solidFill>
              <a:srgbClr val="A3137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24" name="Google Shape;656;p36"/>
            <p:cNvSpPr/>
            <p:nvPr/>
          </p:nvSpPr>
          <p:spPr>
            <a:xfrm>
              <a:off x="411430" y="345560"/>
              <a:ext cx="193173" cy="1071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813" y="0"/>
                  </a:moveTo>
                  <a:cubicBezTo>
                    <a:pt x="785" y="2273"/>
                    <a:pt x="159" y="4124"/>
                    <a:pt x="0" y="5553"/>
                  </a:cubicBezTo>
                  <a:cubicBezTo>
                    <a:pt x="3784" y="15339"/>
                    <a:pt x="11351" y="19885"/>
                    <a:pt x="15294" y="21600"/>
                  </a:cubicBezTo>
                  <a:lnTo>
                    <a:pt x="21600" y="12658"/>
                  </a:lnTo>
                  <a:cubicBezTo>
                    <a:pt x="20898" y="11501"/>
                    <a:pt x="11752" y="2259"/>
                    <a:pt x="10264" y="2259"/>
                  </a:cubicBezTo>
                  <a:cubicBezTo>
                    <a:pt x="10083" y="2259"/>
                    <a:pt x="10015" y="2395"/>
                    <a:pt x="10090" y="2709"/>
                  </a:cubicBezTo>
                  <a:cubicBezTo>
                    <a:pt x="10724" y="5553"/>
                    <a:pt x="14350" y="12658"/>
                    <a:pt x="14584" y="13066"/>
                  </a:cubicBezTo>
                  <a:cubicBezTo>
                    <a:pt x="14191" y="12658"/>
                    <a:pt x="6306" y="4410"/>
                    <a:pt x="1813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25" name="Google Shape;657;p36"/>
            <p:cNvSpPr/>
            <p:nvPr/>
          </p:nvSpPr>
          <p:spPr>
            <a:xfrm>
              <a:off x="521378" y="365283"/>
              <a:ext cx="167856" cy="1248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29" h="21600" fill="norm" stroke="1" extrusionOk="0">
                  <a:moveTo>
                    <a:pt x="17738" y="0"/>
                  </a:moveTo>
                  <a:cubicBezTo>
                    <a:pt x="14677" y="1952"/>
                    <a:pt x="1" y="14283"/>
                    <a:pt x="1" y="14283"/>
                  </a:cubicBezTo>
                  <a:cubicBezTo>
                    <a:pt x="1" y="14283"/>
                    <a:pt x="-171" y="18923"/>
                    <a:pt x="3244" y="21600"/>
                  </a:cubicBezTo>
                  <a:cubicBezTo>
                    <a:pt x="4330" y="17813"/>
                    <a:pt x="20618" y="4278"/>
                    <a:pt x="21429" y="4149"/>
                  </a:cubicBezTo>
                  <a:cubicBezTo>
                    <a:pt x="21429" y="4149"/>
                    <a:pt x="20713" y="1835"/>
                    <a:pt x="17738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26" name="Google Shape;658;p36"/>
            <p:cNvSpPr/>
            <p:nvPr/>
          </p:nvSpPr>
          <p:spPr>
            <a:xfrm>
              <a:off x="721833" y="845325"/>
              <a:ext cx="103364" cy="256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046" h="21600" fill="norm" stroke="1" extrusionOk="0">
                  <a:moveTo>
                    <a:pt x="18736" y="0"/>
                  </a:moveTo>
                  <a:cubicBezTo>
                    <a:pt x="18631" y="0"/>
                    <a:pt x="18526" y="57"/>
                    <a:pt x="18421" y="171"/>
                  </a:cubicBezTo>
                  <a:cubicBezTo>
                    <a:pt x="16338" y="2679"/>
                    <a:pt x="14295" y="3477"/>
                    <a:pt x="12265" y="3477"/>
                  </a:cubicBezTo>
                  <a:cubicBezTo>
                    <a:pt x="8951" y="3477"/>
                    <a:pt x="5676" y="1254"/>
                    <a:pt x="2283" y="171"/>
                  </a:cubicBezTo>
                  <a:cubicBezTo>
                    <a:pt x="2244" y="171"/>
                    <a:pt x="2192" y="171"/>
                    <a:pt x="2139" y="171"/>
                  </a:cubicBezTo>
                  <a:cubicBezTo>
                    <a:pt x="57" y="171"/>
                    <a:pt x="-952" y="13336"/>
                    <a:pt x="1196" y="16813"/>
                  </a:cubicBezTo>
                  <a:cubicBezTo>
                    <a:pt x="3292" y="20232"/>
                    <a:pt x="5453" y="21600"/>
                    <a:pt x="7628" y="21600"/>
                  </a:cubicBezTo>
                  <a:cubicBezTo>
                    <a:pt x="11518" y="21600"/>
                    <a:pt x="15474" y="17212"/>
                    <a:pt x="19246" y="12652"/>
                  </a:cubicBezTo>
                  <a:cubicBezTo>
                    <a:pt x="20648" y="10430"/>
                    <a:pt x="20032" y="0"/>
                    <a:pt x="18736" y="0"/>
                  </a:cubicBezTo>
                  <a:close/>
                </a:path>
              </a:pathLst>
            </a:custGeom>
            <a:solidFill>
              <a:srgbClr val="A3137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27" name="Google Shape;659;p36"/>
            <p:cNvSpPr/>
            <p:nvPr/>
          </p:nvSpPr>
          <p:spPr>
            <a:xfrm>
              <a:off x="574983" y="723474"/>
              <a:ext cx="123129" cy="1296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4" h="21600" fill="norm" stroke="1" extrusionOk="0">
                  <a:moveTo>
                    <a:pt x="1396" y="0"/>
                  </a:moveTo>
                  <a:cubicBezTo>
                    <a:pt x="672" y="0"/>
                    <a:pt x="-74" y="551"/>
                    <a:pt x="6" y="1418"/>
                  </a:cubicBezTo>
                  <a:cubicBezTo>
                    <a:pt x="845" y="11745"/>
                    <a:pt x="9836" y="18686"/>
                    <a:pt x="19183" y="21499"/>
                  </a:cubicBezTo>
                  <a:cubicBezTo>
                    <a:pt x="19356" y="21566"/>
                    <a:pt x="19516" y="21600"/>
                    <a:pt x="19666" y="21600"/>
                  </a:cubicBezTo>
                  <a:cubicBezTo>
                    <a:pt x="20917" y="21600"/>
                    <a:pt x="21526" y="19687"/>
                    <a:pt x="20148" y="19271"/>
                  </a:cubicBezTo>
                  <a:cubicBezTo>
                    <a:pt x="11386" y="16448"/>
                    <a:pt x="6115" y="8584"/>
                    <a:pt x="2521" y="709"/>
                  </a:cubicBezTo>
                  <a:cubicBezTo>
                    <a:pt x="2292" y="214"/>
                    <a:pt x="1844" y="0"/>
                    <a:pt x="1396" y="0"/>
                  </a:cubicBezTo>
                  <a:close/>
                </a:path>
              </a:pathLst>
            </a:custGeom>
            <a:solidFill>
              <a:srgbClr val="A3137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28" name="Google Shape;660;p36"/>
            <p:cNvSpPr/>
            <p:nvPr/>
          </p:nvSpPr>
          <p:spPr>
            <a:xfrm>
              <a:off x="722409" y="506317"/>
              <a:ext cx="142615" cy="2101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24" h="21600" fill="norm" stroke="1" extrusionOk="0">
                  <a:moveTo>
                    <a:pt x="4917" y="5728"/>
                  </a:moveTo>
                  <a:cubicBezTo>
                    <a:pt x="5215" y="6527"/>
                    <a:pt x="5620" y="7471"/>
                    <a:pt x="6024" y="8408"/>
                  </a:cubicBezTo>
                  <a:cubicBezTo>
                    <a:pt x="5013" y="8262"/>
                    <a:pt x="4320" y="7978"/>
                    <a:pt x="4214" y="7249"/>
                  </a:cubicBezTo>
                  <a:cubicBezTo>
                    <a:pt x="4214" y="6603"/>
                    <a:pt x="4416" y="6089"/>
                    <a:pt x="4917" y="5728"/>
                  </a:cubicBezTo>
                  <a:close/>
                  <a:moveTo>
                    <a:pt x="8738" y="4492"/>
                  </a:moveTo>
                  <a:cubicBezTo>
                    <a:pt x="9239" y="5728"/>
                    <a:pt x="9836" y="7033"/>
                    <a:pt x="10442" y="8484"/>
                  </a:cubicBezTo>
                  <a:lnTo>
                    <a:pt x="8132" y="8484"/>
                  </a:lnTo>
                  <a:lnTo>
                    <a:pt x="6727" y="4784"/>
                  </a:lnTo>
                  <a:cubicBezTo>
                    <a:pt x="7131" y="4714"/>
                    <a:pt x="7631" y="4569"/>
                    <a:pt x="8132" y="4569"/>
                  </a:cubicBezTo>
                  <a:cubicBezTo>
                    <a:pt x="8334" y="4569"/>
                    <a:pt x="8536" y="4492"/>
                    <a:pt x="8738" y="4492"/>
                  </a:cubicBezTo>
                  <a:close/>
                  <a:moveTo>
                    <a:pt x="13859" y="11887"/>
                  </a:moveTo>
                  <a:cubicBezTo>
                    <a:pt x="15871" y="12692"/>
                    <a:pt x="16372" y="14282"/>
                    <a:pt x="15265" y="15365"/>
                  </a:cubicBezTo>
                  <a:lnTo>
                    <a:pt x="13859" y="11887"/>
                  </a:lnTo>
                  <a:close/>
                  <a:moveTo>
                    <a:pt x="10914" y="11421"/>
                  </a:moveTo>
                  <a:cubicBezTo>
                    <a:pt x="11174" y="11421"/>
                    <a:pt x="11414" y="11428"/>
                    <a:pt x="11645" y="11456"/>
                  </a:cubicBezTo>
                  <a:cubicBezTo>
                    <a:pt x="12358" y="13046"/>
                    <a:pt x="13157" y="14719"/>
                    <a:pt x="13763" y="16170"/>
                  </a:cubicBezTo>
                  <a:cubicBezTo>
                    <a:pt x="12954" y="16386"/>
                    <a:pt x="12155" y="16455"/>
                    <a:pt x="11347" y="16455"/>
                  </a:cubicBezTo>
                  <a:lnTo>
                    <a:pt x="9345" y="11456"/>
                  </a:lnTo>
                  <a:cubicBezTo>
                    <a:pt x="9874" y="11456"/>
                    <a:pt x="10413" y="11421"/>
                    <a:pt x="10914" y="11421"/>
                  </a:cubicBezTo>
                  <a:close/>
                  <a:moveTo>
                    <a:pt x="9037" y="0"/>
                  </a:moveTo>
                  <a:cubicBezTo>
                    <a:pt x="9037" y="0"/>
                    <a:pt x="7131" y="292"/>
                    <a:pt x="7131" y="437"/>
                  </a:cubicBezTo>
                  <a:cubicBezTo>
                    <a:pt x="7025" y="437"/>
                    <a:pt x="7333" y="1014"/>
                    <a:pt x="7631" y="1958"/>
                  </a:cubicBezTo>
                  <a:cubicBezTo>
                    <a:pt x="6929" y="2104"/>
                    <a:pt x="6322" y="2173"/>
                    <a:pt x="5726" y="2319"/>
                  </a:cubicBezTo>
                  <a:lnTo>
                    <a:pt x="5119" y="798"/>
                  </a:lnTo>
                  <a:cubicBezTo>
                    <a:pt x="5119" y="798"/>
                    <a:pt x="3204" y="1159"/>
                    <a:pt x="3107" y="1236"/>
                  </a:cubicBezTo>
                  <a:cubicBezTo>
                    <a:pt x="3107" y="1305"/>
                    <a:pt x="3310" y="1958"/>
                    <a:pt x="3810" y="3048"/>
                  </a:cubicBezTo>
                  <a:cubicBezTo>
                    <a:pt x="1596" y="4062"/>
                    <a:pt x="499" y="5582"/>
                    <a:pt x="95" y="6742"/>
                  </a:cubicBezTo>
                  <a:cubicBezTo>
                    <a:pt x="-406" y="8484"/>
                    <a:pt x="1105" y="10227"/>
                    <a:pt x="4118" y="10949"/>
                  </a:cubicBezTo>
                  <a:cubicBezTo>
                    <a:pt x="5321" y="11310"/>
                    <a:pt x="6419" y="11387"/>
                    <a:pt x="7333" y="11456"/>
                  </a:cubicBezTo>
                  <a:cubicBezTo>
                    <a:pt x="8026" y="13046"/>
                    <a:pt x="8738" y="14643"/>
                    <a:pt x="9345" y="16094"/>
                  </a:cubicBezTo>
                  <a:cubicBezTo>
                    <a:pt x="8026" y="15657"/>
                    <a:pt x="6727" y="14865"/>
                    <a:pt x="5726" y="13921"/>
                  </a:cubicBezTo>
                  <a:cubicBezTo>
                    <a:pt x="4917" y="14282"/>
                    <a:pt x="2607" y="16025"/>
                    <a:pt x="2607" y="16025"/>
                  </a:cubicBezTo>
                  <a:cubicBezTo>
                    <a:pt x="2607" y="16025"/>
                    <a:pt x="5360" y="19580"/>
                    <a:pt x="10307" y="19580"/>
                  </a:cubicBezTo>
                  <a:cubicBezTo>
                    <a:pt x="10452" y="19580"/>
                    <a:pt x="10596" y="19580"/>
                    <a:pt x="10750" y="19573"/>
                  </a:cubicBezTo>
                  <a:lnTo>
                    <a:pt x="10846" y="19573"/>
                  </a:lnTo>
                  <a:cubicBezTo>
                    <a:pt x="11443" y="20808"/>
                    <a:pt x="11751" y="21600"/>
                    <a:pt x="11751" y="21600"/>
                  </a:cubicBezTo>
                  <a:lnTo>
                    <a:pt x="13253" y="21239"/>
                  </a:lnTo>
                  <a:lnTo>
                    <a:pt x="12560" y="19503"/>
                  </a:lnTo>
                  <a:cubicBezTo>
                    <a:pt x="13359" y="19427"/>
                    <a:pt x="14167" y="19281"/>
                    <a:pt x="14966" y="19066"/>
                  </a:cubicBezTo>
                  <a:cubicBezTo>
                    <a:pt x="15467" y="20079"/>
                    <a:pt x="15775" y="20732"/>
                    <a:pt x="15775" y="20732"/>
                  </a:cubicBezTo>
                  <a:lnTo>
                    <a:pt x="17276" y="20441"/>
                  </a:lnTo>
                  <a:lnTo>
                    <a:pt x="16468" y="18559"/>
                  </a:lnTo>
                  <a:cubicBezTo>
                    <a:pt x="17382" y="18122"/>
                    <a:pt x="18181" y="17615"/>
                    <a:pt x="18788" y="16962"/>
                  </a:cubicBezTo>
                  <a:cubicBezTo>
                    <a:pt x="20896" y="14865"/>
                    <a:pt x="21194" y="11241"/>
                    <a:pt x="17382" y="9644"/>
                  </a:cubicBezTo>
                  <a:cubicBezTo>
                    <a:pt x="15775" y="8922"/>
                    <a:pt x="15467" y="8700"/>
                    <a:pt x="12454" y="8554"/>
                  </a:cubicBezTo>
                  <a:lnTo>
                    <a:pt x="11049" y="4930"/>
                  </a:lnTo>
                  <a:cubicBezTo>
                    <a:pt x="12155" y="5443"/>
                    <a:pt x="12454" y="6235"/>
                    <a:pt x="12454" y="6235"/>
                  </a:cubicBezTo>
                  <a:lnTo>
                    <a:pt x="16372" y="4930"/>
                  </a:lnTo>
                  <a:cubicBezTo>
                    <a:pt x="16372" y="4930"/>
                    <a:pt x="14658" y="2027"/>
                    <a:pt x="9836" y="1889"/>
                  </a:cubicBezTo>
                  <a:lnTo>
                    <a:pt x="9037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</p:grpSp>
      <p:grpSp>
        <p:nvGrpSpPr>
          <p:cNvPr id="748" name="Google Shape;661;p36"/>
          <p:cNvGrpSpPr/>
          <p:nvPr/>
        </p:nvGrpSpPr>
        <p:grpSpPr>
          <a:xfrm>
            <a:off x="7466881" y="3627577"/>
            <a:ext cx="956576" cy="932732"/>
            <a:chOff x="0" y="0"/>
            <a:chExt cx="956575" cy="932730"/>
          </a:xfrm>
        </p:grpSpPr>
        <p:sp>
          <p:nvSpPr>
            <p:cNvPr id="730" name="Google Shape;662;p36"/>
            <p:cNvSpPr/>
            <p:nvPr/>
          </p:nvSpPr>
          <p:spPr>
            <a:xfrm>
              <a:off x="195885" y="0"/>
              <a:ext cx="385724" cy="1973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54" h="21600" fill="norm" stroke="1" extrusionOk="0">
                  <a:moveTo>
                    <a:pt x="10626" y="0"/>
                  </a:moveTo>
                  <a:cubicBezTo>
                    <a:pt x="9325" y="0"/>
                    <a:pt x="8305" y="3050"/>
                    <a:pt x="7487" y="3447"/>
                  </a:cubicBezTo>
                  <a:cubicBezTo>
                    <a:pt x="7157" y="3571"/>
                    <a:pt x="6849" y="3685"/>
                    <a:pt x="6511" y="3685"/>
                  </a:cubicBezTo>
                  <a:cubicBezTo>
                    <a:pt x="5899" y="3685"/>
                    <a:pt x="5174" y="3333"/>
                    <a:pt x="3995" y="2151"/>
                  </a:cubicBezTo>
                  <a:cubicBezTo>
                    <a:pt x="3577" y="1737"/>
                    <a:pt x="3111" y="1552"/>
                    <a:pt x="2645" y="1552"/>
                  </a:cubicBezTo>
                  <a:cubicBezTo>
                    <a:pt x="1273" y="1552"/>
                    <a:pt x="-68" y="3147"/>
                    <a:pt x="2" y="5008"/>
                  </a:cubicBezTo>
                  <a:cubicBezTo>
                    <a:pt x="2" y="5369"/>
                    <a:pt x="90" y="5739"/>
                    <a:pt x="183" y="6110"/>
                  </a:cubicBezTo>
                  <a:cubicBezTo>
                    <a:pt x="2803" y="9054"/>
                    <a:pt x="4914" y="19458"/>
                    <a:pt x="5007" y="20286"/>
                  </a:cubicBezTo>
                  <a:cubicBezTo>
                    <a:pt x="5007" y="20286"/>
                    <a:pt x="5556" y="20560"/>
                    <a:pt x="6383" y="20833"/>
                  </a:cubicBezTo>
                  <a:cubicBezTo>
                    <a:pt x="7416" y="21221"/>
                    <a:pt x="8832" y="21600"/>
                    <a:pt x="10182" y="21600"/>
                  </a:cubicBezTo>
                  <a:cubicBezTo>
                    <a:pt x="11110" y="21600"/>
                    <a:pt x="12007" y="21415"/>
                    <a:pt x="12720" y="20930"/>
                  </a:cubicBezTo>
                  <a:cubicBezTo>
                    <a:pt x="12764" y="20745"/>
                    <a:pt x="12764" y="20648"/>
                    <a:pt x="12812" y="20560"/>
                  </a:cubicBezTo>
                  <a:cubicBezTo>
                    <a:pt x="14232" y="16328"/>
                    <a:pt x="18595" y="16416"/>
                    <a:pt x="20156" y="16231"/>
                  </a:cubicBezTo>
                  <a:cubicBezTo>
                    <a:pt x="20292" y="16143"/>
                    <a:pt x="20433" y="16143"/>
                    <a:pt x="20521" y="16143"/>
                  </a:cubicBezTo>
                  <a:cubicBezTo>
                    <a:pt x="21532" y="15684"/>
                    <a:pt x="21026" y="13656"/>
                    <a:pt x="19650" y="10527"/>
                  </a:cubicBezTo>
                  <a:cubicBezTo>
                    <a:pt x="18318" y="7397"/>
                    <a:pt x="14646" y="6938"/>
                    <a:pt x="14646" y="6938"/>
                  </a:cubicBezTo>
                  <a:cubicBezTo>
                    <a:pt x="14646" y="6938"/>
                    <a:pt x="13036" y="1693"/>
                    <a:pt x="11343" y="317"/>
                  </a:cubicBezTo>
                  <a:cubicBezTo>
                    <a:pt x="11093" y="97"/>
                    <a:pt x="10855" y="0"/>
                    <a:pt x="10626" y="0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31" name="Google Shape;663;p36"/>
            <p:cNvSpPr/>
            <p:nvPr/>
          </p:nvSpPr>
          <p:spPr>
            <a:xfrm>
              <a:off x="195934" y="43345"/>
              <a:ext cx="369230" cy="1470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1095" y="0"/>
                  </a:moveTo>
                  <a:cubicBezTo>
                    <a:pt x="9808" y="0"/>
                    <a:pt x="8022" y="7149"/>
                    <a:pt x="8022" y="7149"/>
                  </a:cubicBezTo>
                  <a:cubicBezTo>
                    <a:pt x="8022" y="7149"/>
                    <a:pt x="7037" y="2083"/>
                    <a:pt x="6542" y="1468"/>
                  </a:cubicBezTo>
                  <a:cubicBezTo>
                    <a:pt x="6528" y="1444"/>
                    <a:pt x="6518" y="1432"/>
                    <a:pt x="6504" y="1432"/>
                  </a:cubicBezTo>
                  <a:cubicBezTo>
                    <a:pt x="6122" y="1432"/>
                    <a:pt x="6495" y="10131"/>
                    <a:pt x="6495" y="10735"/>
                  </a:cubicBezTo>
                  <a:cubicBezTo>
                    <a:pt x="6495" y="10782"/>
                    <a:pt x="6485" y="10806"/>
                    <a:pt x="6471" y="10806"/>
                  </a:cubicBezTo>
                  <a:cubicBezTo>
                    <a:pt x="6334" y="10806"/>
                    <a:pt x="5467" y="7942"/>
                    <a:pt x="3987" y="4675"/>
                  </a:cubicBezTo>
                  <a:cubicBezTo>
                    <a:pt x="3049" y="2450"/>
                    <a:pt x="1329" y="1089"/>
                    <a:pt x="0" y="355"/>
                  </a:cubicBezTo>
                  <a:cubicBezTo>
                    <a:pt x="0" y="840"/>
                    <a:pt x="94" y="1337"/>
                    <a:pt x="193" y="1835"/>
                  </a:cubicBezTo>
                  <a:cubicBezTo>
                    <a:pt x="3002" y="5788"/>
                    <a:pt x="5264" y="19754"/>
                    <a:pt x="5363" y="20866"/>
                  </a:cubicBezTo>
                  <a:cubicBezTo>
                    <a:pt x="5363" y="20866"/>
                    <a:pt x="5953" y="21233"/>
                    <a:pt x="6839" y="21600"/>
                  </a:cubicBezTo>
                  <a:cubicBezTo>
                    <a:pt x="8460" y="20748"/>
                    <a:pt x="9789" y="20002"/>
                    <a:pt x="9789" y="20002"/>
                  </a:cubicBezTo>
                  <a:lnTo>
                    <a:pt x="13729" y="21233"/>
                  </a:lnTo>
                  <a:cubicBezTo>
                    <a:pt x="15251" y="15552"/>
                    <a:pt x="19927" y="15670"/>
                    <a:pt x="21600" y="15422"/>
                  </a:cubicBezTo>
                  <a:cubicBezTo>
                    <a:pt x="21548" y="15173"/>
                    <a:pt x="21548" y="15055"/>
                    <a:pt x="21548" y="14925"/>
                  </a:cubicBezTo>
                  <a:cubicBezTo>
                    <a:pt x="20992" y="10948"/>
                    <a:pt x="15695" y="9125"/>
                    <a:pt x="14304" y="9125"/>
                  </a:cubicBezTo>
                  <a:cubicBezTo>
                    <a:pt x="14097" y="9125"/>
                    <a:pt x="13979" y="9173"/>
                    <a:pt x="13970" y="9244"/>
                  </a:cubicBezTo>
                  <a:cubicBezTo>
                    <a:pt x="13970" y="9267"/>
                    <a:pt x="13965" y="9279"/>
                    <a:pt x="13960" y="9279"/>
                  </a:cubicBezTo>
                  <a:cubicBezTo>
                    <a:pt x="13833" y="9279"/>
                    <a:pt x="12697" y="1894"/>
                    <a:pt x="11462" y="237"/>
                  </a:cubicBezTo>
                  <a:cubicBezTo>
                    <a:pt x="11349" y="71"/>
                    <a:pt x="11222" y="0"/>
                    <a:pt x="11095" y="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32" name="Google Shape;664;p36"/>
            <p:cNvSpPr/>
            <p:nvPr/>
          </p:nvSpPr>
          <p:spPr>
            <a:xfrm>
              <a:off x="254457" y="132775"/>
              <a:ext cx="195173" cy="1173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423" h="21600" fill="norm" stroke="1" extrusionOk="0">
                  <a:moveTo>
                    <a:pt x="9683" y="0"/>
                  </a:moveTo>
                  <a:cubicBezTo>
                    <a:pt x="7462" y="0"/>
                    <a:pt x="5193" y="1260"/>
                    <a:pt x="3381" y="3958"/>
                  </a:cubicBezTo>
                  <a:cubicBezTo>
                    <a:pt x="-1390" y="10763"/>
                    <a:pt x="286" y="18961"/>
                    <a:pt x="286" y="18961"/>
                  </a:cubicBezTo>
                  <a:lnTo>
                    <a:pt x="19200" y="21600"/>
                  </a:lnTo>
                  <a:cubicBezTo>
                    <a:pt x="19200" y="21600"/>
                    <a:pt x="20210" y="17879"/>
                    <a:pt x="17941" y="8747"/>
                  </a:cubicBezTo>
                  <a:cubicBezTo>
                    <a:pt x="16610" y="3158"/>
                    <a:pt x="13202" y="0"/>
                    <a:pt x="9683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33" name="Google Shape;665;p36"/>
            <p:cNvSpPr/>
            <p:nvPr/>
          </p:nvSpPr>
          <p:spPr>
            <a:xfrm>
              <a:off x="0" y="194006"/>
              <a:ext cx="722624" cy="7100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77" h="21600" fill="norm" stroke="1" extrusionOk="0">
                  <a:moveTo>
                    <a:pt x="10509" y="0"/>
                  </a:moveTo>
                  <a:cubicBezTo>
                    <a:pt x="10197" y="0"/>
                    <a:pt x="9885" y="25"/>
                    <a:pt x="9573" y="71"/>
                  </a:cubicBezTo>
                  <a:cubicBezTo>
                    <a:pt x="9257" y="123"/>
                    <a:pt x="8940" y="196"/>
                    <a:pt x="8624" y="275"/>
                  </a:cubicBezTo>
                  <a:cubicBezTo>
                    <a:pt x="8456" y="326"/>
                    <a:pt x="8261" y="402"/>
                    <a:pt x="8067" y="480"/>
                  </a:cubicBezTo>
                  <a:cubicBezTo>
                    <a:pt x="5782" y="1375"/>
                    <a:pt x="3715" y="3473"/>
                    <a:pt x="2598" y="6262"/>
                  </a:cubicBezTo>
                  <a:cubicBezTo>
                    <a:pt x="2160" y="7336"/>
                    <a:pt x="1895" y="8539"/>
                    <a:pt x="1797" y="9767"/>
                  </a:cubicBezTo>
                  <a:cubicBezTo>
                    <a:pt x="1748" y="10304"/>
                    <a:pt x="2041" y="12710"/>
                    <a:pt x="1820" y="13068"/>
                  </a:cubicBezTo>
                  <a:cubicBezTo>
                    <a:pt x="994" y="14475"/>
                    <a:pt x="0" y="16367"/>
                    <a:pt x="0" y="17698"/>
                  </a:cubicBezTo>
                  <a:cubicBezTo>
                    <a:pt x="0" y="17953"/>
                    <a:pt x="23" y="18186"/>
                    <a:pt x="95" y="18389"/>
                  </a:cubicBezTo>
                  <a:cubicBezTo>
                    <a:pt x="654" y="20053"/>
                    <a:pt x="3254" y="20948"/>
                    <a:pt x="8284" y="21512"/>
                  </a:cubicBezTo>
                  <a:cubicBezTo>
                    <a:pt x="8859" y="21573"/>
                    <a:pt x="9455" y="21600"/>
                    <a:pt x="10057" y="21600"/>
                  </a:cubicBezTo>
                  <a:cubicBezTo>
                    <a:pt x="11743" y="21600"/>
                    <a:pt x="13495" y="21377"/>
                    <a:pt x="15087" y="21000"/>
                  </a:cubicBezTo>
                  <a:cubicBezTo>
                    <a:pt x="17906" y="20360"/>
                    <a:pt x="20238" y="19232"/>
                    <a:pt x="20725" y="18159"/>
                  </a:cubicBezTo>
                  <a:cubicBezTo>
                    <a:pt x="21600" y="16240"/>
                    <a:pt x="18418" y="12887"/>
                    <a:pt x="18418" y="12887"/>
                  </a:cubicBezTo>
                  <a:cubicBezTo>
                    <a:pt x="18635" y="10995"/>
                    <a:pt x="18369" y="8742"/>
                    <a:pt x="17955" y="6902"/>
                  </a:cubicBezTo>
                  <a:cubicBezTo>
                    <a:pt x="17396" y="4419"/>
                    <a:pt x="15816" y="2397"/>
                    <a:pt x="14140" y="1196"/>
                  </a:cubicBezTo>
                  <a:cubicBezTo>
                    <a:pt x="12993" y="377"/>
                    <a:pt x="11754" y="0"/>
                    <a:pt x="10509" y="0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34" name="Google Shape;666;p36"/>
            <p:cNvSpPr/>
            <p:nvPr/>
          </p:nvSpPr>
          <p:spPr>
            <a:xfrm>
              <a:off x="46957" y="655739"/>
              <a:ext cx="167095" cy="1676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497" h="21600" fill="norm" stroke="1" extrusionOk="0">
                  <a:moveTo>
                    <a:pt x="5941" y="0"/>
                  </a:moveTo>
                  <a:cubicBezTo>
                    <a:pt x="5673" y="0"/>
                    <a:pt x="5379" y="93"/>
                    <a:pt x="5040" y="301"/>
                  </a:cubicBezTo>
                  <a:cubicBezTo>
                    <a:pt x="5040" y="301"/>
                    <a:pt x="-828" y="11345"/>
                    <a:pt x="99" y="14282"/>
                  </a:cubicBezTo>
                  <a:cubicBezTo>
                    <a:pt x="893" y="16763"/>
                    <a:pt x="11435" y="21600"/>
                    <a:pt x="16233" y="21600"/>
                  </a:cubicBezTo>
                  <a:cubicBezTo>
                    <a:pt x="17089" y="21600"/>
                    <a:pt x="17758" y="21444"/>
                    <a:pt x="18159" y="21102"/>
                  </a:cubicBezTo>
                  <a:cubicBezTo>
                    <a:pt x="20772" y="18932"/>
                    <a:pt x="7368" y="11999"/>
                    <a:pt x="7368" y="11999"/>
                  </a:cubicBezTo>
                  <a:cubicBezTo>
                    <a:pt x="7368" y="11999"/>
                    <a:pt x="8937" y="0"/>
                    <a:pt x="5941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35" name="Google Shape;667;p36"/>
            <p:cNvSpPr/>
            <p:nvPr/>
          </p:nvSpPr>
          <p:spPr>
            <a:xfrm>
              <a:off x="4995" y="194006"/>
              <a:ext cx="723337" cy="7100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96" h="21600" fill="norm" stroke="1" extrusionOk="0">
                  <a:moveTo>
                    <a:pt x="10534" y="0"/>
                  </a:moveTo>
                  <a:cubicBezTo>
                    <a:pt x="10219" y="0"/>
                    <a:pt x="9907" y="25"/>
                    <a:pt x="9596" y="71"/>
                  </a:cubicBezTo>
                  <a:cubicBezTo>
                    <a:pt x="9281" y="123"/>
                    <a:pt x="8965" y="196"/>
                    <a:pt x="8651" y="275"/>
                  </a:cubicBezTo>
                  <a:cubicBezTo>
                    <a:pt x="9184" y="1784"/>
                    <a:pt x="10496" y="9613"/>
                    <a:pt x="9354" y="13247"/>
                  </a:cubicBezTo>
                  <a:cubicBezTo>
                    <a:pt x="10983" y="16009"/>
                    <a:pt x="12198" y="15627"/>
                    <a:pt x="11492" y="18544"/>
                  </a:cubicBezTo>
                  <a:cubicBezTo>
                    <a:pt x="11246" y="19602"/>
                    <a:pt x="9249" y="20367"/>
                    <a:pt x="6861" y="20367"/>
                  </a:cubicBezTo>
                  <a:cubicBezTo>
                    <a:pt x="4515" y="20367"/>
                    <a:pt x="1794" y="19627"/>
                    <a:pt x="0" y="17698"/>
                  </a:cubicBezTo>
                  <a:cubicBezTo>
                    <a:pt x="0" y="17953"/>
                    <a:pt x="49" y="18186"/>
                    <a:pt x="98" y="18389"/>
                  </a:cubicBezTo>
                  <a:cubicBezTo>
                    <a:pt x="682" y="20053"/>
                    <a:pt x="3279" y="20948"/>
                    <a:pt x="8311" y="21512"/>
                  </a:cubicBezTo>
                  <a:cubicBezTo>
                    <a:pt x="8886" y="21573"/>
                    <a:pt x="9479" y="21600"/>
                    <a:pt x="10082" y="21600"/>
                  </a:cubicBezTo>
                  <a:cubicBezTo>
                    <a:pt x="11767" y="21600"/>
                    <a:pt x="13519" y="21377"/>
                    <a:pt x="15114" y="21000"/>
                  </a:cubicBezTo>
                  <a:cubicBezTo>
                    <a:pt x="17932" y="20360"/>
                    <a:pt x="20239" y="19232"/>
                    <a:pt x="20751" y="18159"/>
                  </a:cubicBezTo>
                  <a:cubicBezTo>
                    <a:pt x="21600" y="16240"/>
                    <a:pt x="18439" y="12887"/>
                    <a:pt x="18439" y="12887"/>
                  </a:cubicBezTo>
                  <a:cubicBezTo>
                    <a:pt x="18661" y="10995"/>
                    <a:pt x="18367" y="8742"/>
                    <a:pt x="17955" y="6902"/>
                  </a:cubicBezTo>
                  <a:cubicBezTo>
                    <a:pt x="17420" y="4419"/>
                    <a:pt x="15842" y="2397"/>
                    <a:pt x="14164" y="1196"/>
                  </a:cubicBezTo>
                  <a:cubicBezTo>
                    <a:pt x="13019" y="377"/>
                    <a:pt x="11779" y="0"/>
                    <a:pt x="10534" y="0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36" name="Google Shape;668;p36"/>
            <p:cNvSpPr/>
            <p:nvPr/>
          </p:nvSpPr>
          <p:spPr>
            <a:xfrm>
              <a:off x="331363" y="194006"/>
              <a:ext cx="391261" cy="6903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02" h="21600" fill="norm" stroke="1" extrusionOk="0">
                  <a:moveTo>
                    <a:pt x="1681" y="0"/>
                  </a:moveTo>
                  <a:cubicBezTo>
                    <a:pt x="1120" y="0"/>
                    <a:pt x="560" y="25"/>
                    <a:pt x="0" y="73"/>
                  </a:cubicBezTo>
                  <a:cubicBezTo>
                    <a:pt x="2441" y="1810"/>
                    <a:pt x="4711" y="4255"/>
                    <a:pt x="5802" y="7545"/>
                  </a:cubicBezTo>
                  <a:cubicBezTo>
                    <a:pt x="6283" y="9179"/>
                    <a:pt x="6459" y="10548"/>
                    <a:pt x="6546" y="11571"/>
                  </a:cubicBezTo>
                  <a:cubicBezTo>
                    <a:pt x="6634" y="12809"/>
                    <a:pt x="7332" y="13994"/>
                    <a:pt x="8641" y="14864"/>
                  </a:cubicBezTo>
                  <a:cubicBezTo>
                    <a:pt x="9598" y="15519"/>
                    <a:pt x="10647" y="16520"/>
                    <a:pt x="11170" y="17995"/>
                  </a:cubicBezTo>
                  <a:cubicBezTo>
                    <a:pt x="11475" y="18887"/>
                    <a:pt x="10560" y="20521"/>
                    <a:pt x="9903" y="21600"/>
                  </a:cubicBezTo>
                  <a:cubicBezTo>
                    <a:pt x="14966" y="20942"/>
                    <a:pt x="19154" y="19782"/>
                    <a:pt x="20028" y="18678"/>
                  </a:cubicBezTo>
                  <a:cubicBezTo>
                    <a:pt x="21600" y="16704"/>
                    <a:pt x="15885" y="13255"/>
                    <a:pt x="15885" y="13255"/>
                  </a:cubicBezTo>
                  <a:cubicBezTo>
                    <a:pt x="16274" y="11309"/>
                    <a:pt x="15798" y="8992"/>
                    <a:pt x="15054" y="7099"/>
                  </a:cubicBezTo>
                  <a:cubicBezTo>
                    <a:pt x="14050" y="4545"/>
                    <a:pt x="11212" y="2466"/>
                    <a:pt x="8202" y="1230"/>
                  </a:cubicBezTo>
                  <a:cubicBezTo>
                    <a:pt x="6141" y="388"/>
                    <a:pt x="3917" y="0"/>
                    <a:pt x="1681" y="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37" name="Google Shape;669;p36"/>
            <p:cNvSpPr/>
            <p:nvPr/>
          </p:nvSpPr>
          <p:spPr>
            <a:xfrm>
              <a:off x="98234" y="282711"/>
              <a:ext cx="142220" cy="3232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47" h="21600" fill="norm" stroke="1" extrusionOk="0">
                  <a:moveTo>
                    <a:pt x="18784" y="0"/>
                  </a:moveTo>
                  <a:cubicBezTo>
                    <a:pt x="18508" y="0"/>
                    <a:pt x="18231" y="38"/>
                    <a:pt x="17943" y="124"/>
                  </a:cubicBezTo>
                  <a:cubicBezTo>
                    <a:pt x="13010" y="1647"/>
                    <a:pt x="4112" y="4905"/>
                    <a:pt x="2302" y="9287"/>
                  </a:cubicBezTo>
                  <a:cubicBezTo>
                    <a:pt x="-84" y="15360"/>
                    <a:pt x="-810" y="21600"/>
                    <a:pt x="1057" y="21600"/>
                  </a:cubicBezTo>
                  <a:cubicBezTo>
                    <a:pt x="1069" y="21600"/>
                    <a:pt x="1080" y="21595"/>
                    <a:pt x="1103" y="21595"/>
                  </a:cubicBezTo>
                  <a:cubicBezTo>
                    <a:pt x="4953" y="21482"/>
                    <a:pt x="6509" y="11091"/>
                    <a:pt x="6993" y="9680"/>
                  </a:cubicBezTo>
                  <a:cubicBezTo>
                    <a:pt x="7120" y="9287"/>
                    <a:pt x="16744" y="4345"/>
                    <a:pt x="20110" y="1308"/>
                  </a:cubicBezTo>
                  <a:cubicBezTo>
                    <a:pt x="20790" y="673"/>
                    <a:pt x="19902" y="0"/>
                    <a:pt x="18784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38" name="Google Shape;670;p36"/>
            <p:cNvSpPr/>
            <p:nvPr/>
          </p:nvSpPr>
          <p:spPr>
            <a:xfrm>
              <a:off x="278352" y="404529"/>
              <a:ext cx="156854" cy="281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045" h="21600" fill="norm" stroke="1" extrusionOk="0">
                  <a:moveTo>
                    <a:pt x="6774" y="4740"/>
                  </a:moveTo>
                  <a:cubicBezTo>
                    <a:pt x="6774" y="5643"/>
                    <a:pt x="6877" y="6614"/>
                    <a:pt x="6877" y="7586"/>
                  </a:cubicBezTo>
                  <a:cubicBezTo>
                    <a:pt x="5796" y="7264"/>
                    <a:pt x="5158" y="6806"/>
                    <a:pt x="5477" y="6101"/>
                  </a:cubicBezTo>
                  <a:cubicBezTo>
                    <a:pt x="5693" y="5519"/>
                    <a:pt x="6126" y="5067"/>
                    <a:pt x="6774" y="4740"/>
                  </a:cubicBezTo>
                  <a:close/>
                  <a:moveTo>
                    <a:pt x="9029" y="4226"/>
                  </a:moveTo>
                  <a:cubicBezTo>
                    <a:pt x="9565" y="4226"/>
                    <a:pt x="10100" y="4226"/>
                    <a:pt x="10749" y="4294"/>
                  </a:cubicBezTo>
                  <a:cubicBezTo>
                    <a:pt x="10954" y="4356"/>
                    <a:pt x="11068" y="4356"/>
                    <a:pt x="11284" y="4424"/>
                  </a:cubicBezTo>
                  <a:cubicBezTo>
                    <a:pt x="11387" y="5643"/>
                    <a:pt x="11387" y="7066"/>
                    <a:pt x="11387" y="8619"/>
                  </a:cubicBezTo>
                  <a:cubicBezTo>
                    <a:pt x="10646" y="8427"/>
                    <a:pt x="9781" y="8297"/>
                    <a:pt x="9029" y="8167"/>
                  </a:cubicBezTo>
                  <a:lnTo>
                    <a:pt x="9029" y="4226"/>
                  </a:lnTo>
                  <a:close/>
                  <a:moveTo>
                    <a:pt x="13539" y="12622"/>
                  </a:moveTo>
                  <a:cubicBezTo>
                    <a:pt x="15474" y="13785"/>
                    <a:pt x="15258" y="15462"/>
                    <a:pt x="13539" y="16242"/>
                  </a:cubicBezTo>
                  <a:lnTo>
                    <a:pt x="13539" y="12622"/>
                  </a:lnTo>
                  <a:close/>
                  <a:moveTo>
                    <a:pt x="9029" y="11267"/>
                  </a:moveTo>
                  <a:cubicBezTo>
                    <a:pt x="9884" y="11397"/>
                    <a:pt x="10749" y="11527"/>
                    <a:pt x="11500" y="11719"/>
                  </a:cubicBezTo>
                  <a:cubicBezTo>
                    <a:pt x="11603" y="13464"/>
                    <a:pt x="11603" y="15208"/>
                    <a:pt x="11716" y="16693"/>
                  </a:cubicBezTo>
                  <a:cubicBezTo>
                    <a:pt x="11480" y="16712"/>
                    <a:pt x="11243" y="16718"/>
                    <a:pt x="11016" y="16718"/>
                  </a:cubicBezTo>
                  <a:cubicBezTo>
                    <a:pt x="10316" y="16718"/>
                    <a:pt x="9667" y="16644"/>
                    <a:pt x="9029" y="16495"/>
                  </a:cubicBezTo>
                  <a:lnTo>
                    <a:pt x="9029" y="11267"/>
                  </a:lnTo>
                  <a:close/>
                  <a:moveTo>
                    <a:pt x="7402" y="0"/>
                  </a:moveTo>
                  <a:cubicBezTo>
                    <a:pt x="7073" y="0"/>
                    <a:pt x="6805" y="6"/>
                    <a:pt x="6774" y="31"/>
                  </a:cubicBezTo>
                  <a:lnTo>
                    <a:pt x="6774" y="1968"/>
                  </a:lnTo>
                  <a:cubicBezTo>
                    <a:pt x="3974" y="2481"/>
                    <a:pt x="2141" y="3774"/>
                    <a:pt x="1287" y="4808"/>
                  </a:cubicBezTo>
                  <a:cubicBezTo>
                    <a:pt x="0" y="6422"/>
                    <a:pt x="855" y="8427"/>
                    <a:pt x="3758" y="9720"/>
                  </a:cubicBezTo>
                  <a:cubicBezTo>
                    <a:pt x="4942" y="10296"/>
                    <a:pt x="6013" y="10624"/>
                    <a:pt x="6991" y="10884"/>
                  </a:cubicBezTo>
                  <a:cubicBezTo>
                    <a:pt x="6991" y="12560"/>
                    <a:pt x="7094" y="14237"/>
                    <a:pt x="7094" y="15790"/>
                  </a:cubicBezTo>
                  <a:cubicBezTo>
                    <a:pt x="5796" y="15079"/>
                    <a:pt x="4839" y="14107"/>
                    <a:pt x="4190" y="12950"/>
                  </a:cubicBezTo>
                  <a:cubicBezTo>
                    <a:pt x="3222" y="13136"/>
                    <a:pt x="0" y="14367"/>
                    <a:pt x="0" y="14367"/>
                  </a:cubicBezTo>
                  <a:cubicBezTo>
                    <a:pt x="0" y="14367"/>
                    <a:pt x="1503" y="18630"/>
                    <a:pt x="7094" y="19472"/>
                  </a:cubicBezTo>
                  <a:lnTo>
                    <a:pt x="7207" y="19533"/>
                  </a:lnTo>
                  <a:cubicBezTo>
                    <a:pt x="7310" y="20827"/>
                    <a:pt x="7310" y="21600"/>
                    <a:pt x="7310" y="21600"/>
                  </a:cubicBezTo>
                  <a:lnTo>
                    <a:pt x="9029" y="21600"/>
                  </a:lnTo>
                  <a:lnTo>
                    <a:pt x="9029" y="19725"/>
                  </a:lnTo>
                  <a:cubicBezTo>
                    <a:pt x="9534" y="19806"/>
                    <a:pt x="10079" y="19837"/>
                    <a:pt x="10646" y="19837"/>
                  </a:cubicBezTo>
                  <a:cubicBezTo>
                    <a:pt x="11027" y="19837"/>
                    <a:pt x="11428" y="19818"/>
                    <a:pt x="11819" y="19793"/>
                  </a:cubicBezTo>
                  <a:lnTo>
                    <a:pt x="11819" y="21600"/>
                  </a:lnTo>
                  <a:lnTo>
                    <a:pt x="13539" y="21600"/>
                  </a:lnTo>
                  <a:lnTo>
                    <a:pt x="13539" y="19595"/>
                  </a:lnTo>
                  <a:cubicBezTo>
                    <a:pt x="14609" y="19410"/>
                    <a:pt x="15690" y="19082"/>
                    <a:pt x="16658" y="18562"/>
                  </a:cubicBezTo>
                  <a:cubicBezTo>
                    <a:pt x="19778" y="16953"/>
                    <a:pt x="21600" y="13464"/>
                    <a:pt x="18264" y="11137"/>
                  </a:cubicBezTo>
                  <a:cubicBezTo>
                    <a:pt x="16874" y="10104"/>
                    <a:pt x="16658" y="9782"/>
                    <a:pt x="13539" y="9071"/>
                  </a:cubicBezTo>
                  <a:lnTo>
                    <a:pt x="13539" y="5259"/>
                  </a:lnTo>
                  <a:cubicBezTo>
                    <a:pt x="14506" y="5971"/>
                    <a:pt x="14506" y="6874"/>
                    <a:pt x="14506" y="6874"/>
                  </a:cubicBezTo>
                  <a:lnTo>
                    <a:pt x="19242" y="6293"/>
                  </a:lnTo>
                  <a:cubicBezTo>
                    <a:pt x="19242" y="6293"/>
                    <a:pt x="18594" y="3193"/>
                    <a:pt x="13539" y="2029"/>
                  </a:cubicBezTo>
                  <a:lnTo>
                    <a:pt x="13539" y="31"/>
                  </a:lnTo>
                  <a:cubicBezTo>
                    <a:pt x="13539" y="31"/>
                    <a:pt x="12581" y="0"/>
                    <a:pt x="11912" y="0"/>
                  </a:cubicBezTo>
                  <a:cubicBezTo>
                    <a:pt x="11582" y="0"/>
                    <a:pt x="11325" y="6"/>
                    <a:pt x="11284" y="31"/>
                  </a:cubicBezTo>
                  <a:lnTo>
                    <a:pt x="11284" y="1708"/>
                  </a:lnTo>
                  <a:cubicBezTo>
                    <a:pt x="10532" y="1640"/>
                    <a:pt x="9781" y="1640"/>
                    <a:pt x="9029" y="1640"/>
                  </a:cubicBezTo>
                  <a:lnTo>
                    <a:pt x="9029" y="31"/>
                  </a:lnTo>
                  <a:cubicBezTo>
                    <a:pt x="9029" y="31"/>
                    <a:pt x="8072" y="0"/>
                    <a:pt x="7402" y="0"/>
                  </a:cubicBezTo>
                  <a:close/>
                </a:path>
              </a:pathLst>
            </a:custGeom>
            <a:solidFill>
              <a:srgbClr val="BE1F8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39" name="Google Shape;671;p36"/>
            <p:cNvSpPr/>
            <p:nvPr/>
          </p:nvSpPr>
          <p:spPr>
            <a:xfrm>
              <a:off x="445455" y="252418"/>
              <a:ext cx="167656" cy="3536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44" h="21600" fill="norm" stroke="1" extrusionOk="0">
                  <a:moveTo>
                    <a:pt x="2102" y="0"/>
                  </a:moveTo>
                  <a:cubicBezTo>
                    <a:pt x="555" y="0"/>
                    <a:pt x="-497" y="1043"/>
                    <a:pt x="241" y="1816"/>
                  </a:cubicBezTo>
                  <a:cubicBezTo>
                    <a:pt x="1728" y="3095"/>
                    <a:pt x="3932" y="4074"/>
                    <a:pt x="5419" y="5407"/>
                  </a:cubicBezTo>
                  <a:cubicBezTo>
                    <a:pt x="6895" y="6746"/>
                    <a:pt x="7947" y="8182"/>
                    <a:pt x="8897" y="9668"/>
                  </a:cubicBezTo>
                  <a:cubicBezTo>
                    <a:pt x="11112" y="13113"/>
                    <a:pt x="11860" y="16758"/>
                    <a:pt x="13863" y="20252"/>
                  </a:cubicBezTo>
                  <a:cubicBezTo>
                    <a:pt x="14368" y="21172"/>
                    <a:pt x="15824" y="21600"/>
                    <a:pt x="17291" y="21600"/>
                  </a:cubicBezTo>
                  <a:cubicBezTo>
                    <a:pt x="19182" y="21600"/>
                    <a:pt x="21103" y="20887"/>
                    <a:pt x="21042" y="19588"/>
                  </a:cubicBezTo>
                  <a:cubicBezTo>
                    <a:pt x="20729" y="15523"/>
                    <a:pt x="18716" y="11159"/>
                    <a:pt x="15450" y="7513"/>
                  </a:cubicBezTo>
                  <a:cubicBezTo>
                    <a:pt x="13013" y="4842"/>
                    <a:pt x="8270" y="989"/>
                    <a:pt x="2779" y="69"/>
                  </a:cubicBezTo>
                  <a:cubicBezTo>
                    <a:pt x="2547" y="25"/>
                    <a:pt x="2314" y="0"/>
                    <a:pt x="2102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40" name="Google Shape;672;p36"/>
            <p:cNvSpPr/>
            <p:nvPr/>
          </p:nvSpPr>
          <p:spPr>
            <a:xfrm>
              <a:off x="473070" y="640189"/>
              <a:ext cx="77605" cy="1118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21" h="21600" fill="norm" stroke="1" extrusionOk="0">
                  <a:moveTo>
                    <a:pt x="4833" y="0"/>
                  </a:moveTo>
                  <a:cubicBezTo>
                    <a:pt x="2725" y="0"/>
                    <a:pt x="452" y="1510"/>
                    <a:pt x="104" y="3128"/>
                  </a:cubicBezTo>
                  <a:cubicBezTo>
                    <a:pt x="-756" y="7999"/>
                    <a:pt x="3953" y="12543"/>
                    <a:pt x="5222" y="17258"/>
                  </a:cubicBezTo>
                  <a:cubicBezTo>
                    <a:pt x="6123" y="19997"/>
                    <a:pt x="9215" y="21600"/>
                    <a:pt x="12388" y="21600"/>
                  </a:cubicBezTo>
                  <a:cubicBezTo>
                    <a:pt x="13740" y="21600"/>
                    <a:pt x="15111" y="21304"/>
                    <a:pt x="16340" y="20666"/>
                  </a:cubicBezTo>
                  <a:cubicBezTo>
                    <a:pt x="20414" y="18565"/>
                    <a:pt x="20844" y="13695"/>
                    <a:pt x="17425" y="10924"/>
                  </a:cubicBezTo>
                  <a:cubicBezTo>
                    <a:pt x="13576" y="7345"/>
                    <a:pt x="11631" y="1992"/>
                    <a:pt x="6082" y="202"/>
                  </a:cubicBezTo>
                  <a:cubicBezTo>
                    <a:pt x="5693" y="62"/>
                    <a:pt x="5263" y="0"/>
                    <a:pt x="4833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41" name="Google Shape;673;p36"/>
            <p:cNvSpPr/>
            <p:nvPr/>
          </p:nvSpPr>
          <p:spPr>
            <a:xfrm>
              <a:off x="433803" y="320417"/>
              <a:ext cx="522773" cy="6123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095" h="21600" fill="norm" stroke="1" extrusionOk="0">
                  <a:moveTo>
                    <a:pt x="8550" y="0"/>
                  </a:moveTo>
                  <a:cubicBezTo>
                    <a:pt x="7091" y="0"/>
                    <a:pt x="5755" y="171"/>
                    <a:pt x="5013" y="608"/>
                  </a:cubicBezTo>
                  <a:cubicBezTo>
                    <a:pt x="4151" y="2177"/>
                    <a:pt x="6641" y="5531"/>
                    <a:pt x="6641" y="5531"/>
                  </a:cubicBezTo>
                  <a:cubicBezTo>
                    <a:pt x="3168" y="8111"/>
                    <a:pt x="-2485" y="17283"/>
                    <a:pt x="1202" y="20071"/>
                  </a:cubicBezTo>
                  <a:cubicBezTo>
                    <a:pt x="2744" y="21245"/>
                    <a:pt x="5466" y="21600"/>
                    <a:pt x="8168" y="21600"/>
                  </a:cubicBezTo>
                  <a:cubicBezTo>
                    <a:pt x="11879" y="21600"/>
                    <a:pt x="15545" y="20932"/>
                    <a:pt x="16043" y="20810"/>
                  </a:cubicBezTo>
                  <a:cubicBezTo>
                    <a:pt x="16658" y="20665"/>
                    <a:pt x="18132" y="20335"/>
                    <a:pt x="18806" y="19122"/>
                  </a:cubicBezTo>
                  <a:cubicBezTo>
                    <a:pt x="18806" y="19122"/>
                    <a:pt x="18806" y="19090"/>
                    <a:pt x="18835" y="19062"/>
                  </a:cubicBezTo>
                  <a:cubicBezTo>
                    <a:pt x="18897" y="18911"/>
                    <a:pt x="18991" y="18707"/>
                    <a:pt x="19021" y="18496"/>
                  </a:cubicBezTo>
                  <a:cubicBezTo>
                    <a:pt x="19083" y="18172"/>
                    <a:pt x="19115" y="17814"/>
                    <a:pt x="19083" y="17399"/>
                  </a:cubicBezTo>
                  <a:cubicBezTo>
                    <a:pt x="18591" y="11613"/>
                    <a:pt x="12938" y="5531"/>
                    <a:pt x="12938" y="5531"/>
                  </a:cubicBezTo>
                  <a:cubicBezTo>
                    <a:pt x="12938" y="5531"/>
                    <a:pt x="16105" y="2177"/>
                    <a:pt x="15060" y="1228"/>
                  </a:cubicBezTo>
                  <a:cubicBezTo>
                    <a:pt x="14227" y="753"/>
                    <a:pt x="12355" y="310"/>
                    <a:pt x="10419" y="102"/>
                  </a:cubicBezTo>
                  <a:cubicBezTo>
                    <a:pt x="10295" y="102"/>
                    <a:pt x="10204" y="74"/>
                    <a:pt x="10113" y="74"/>
                  </a:cubicBezTo>
                  <a:cubicBezTo>
                    <a:pt x="9804" y="43"/>
                    <a:pt x="9530" y="43"/>
                    <a:pt x="9251" y="14"/>
                  </a:cubicBezTo>
                  <a:cubicBezTo>
                    <a:pt x="9015" y="6"/>
                    <a:pt x="8783" y="0"/>
                    <a:pt x="8550" y="0"/>
                  </a:cubicBezTo>
                  <a:close/>
                </a:path>
              </a:pathLst>
            </a:custGeom>
            <a:solidFill>
              <a:srgbClr val="BE1F8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42" name="Google Shape;674;p36"/>
            <p:cNvSpPr/>
            <p:nvPr/>
          </p:nvSpPr>
          <p:spPr>
            <a:xfrm>
              <a:off x="433803" y="320417"/>
              <a:ext cx="520732" cy="6123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104" h="21600" fill="norm" stroke="1" extrusionOk="0">
                  <a:moveTo>
                    <a:pt x="8588" y="0"/>
                  </a:moveTo>
                  <a:cubicBezTo>
                    <a:pt x="7122" y="0"/>
                    <a:pt x="5780" y="171"/>
                    <a:pt x="5035" y="608"/>
                  </a:cubicBezTo>
                  <a:cubicBezTo>
                    <a:pt x="4169" y="2177"/>
                    <a:pt x="6670" y="5531"/>
                    <a:pt x="6670" y="5531"/>
                  </a:cubicBezTo>
                  <a:cubicBezTo>
                    <a:pt x="3182" y="8111"/>
                    <a:pt x="-2496" y="17283"/>
                    <a:pt x="1207" y="20071"/>
                  </a:cubicBezTo>
                  <a:cubicBezTo>
                    <a:pt x="2756" y="21245"/>
                    <a:pt x="5490" y="21600"/>
                    <a:pt x="8204" y="21600"/>
                  </a:cubicBezTo>
                  <a:cubicBezTo>
                    <a:pt x="11931" y="21600"/>
                    <a:pt x="15613" y="20932"/>
                    <a:pt x="16113" y="20810"/>
                  </a:cubicBezTo>
                  <a:cubicBezTo>
                    <a:pt x="16731" y="20665"/>
                    <a:pt x="18211" y="20335"/>
                    <a:pt x="18888" y="19122"/>
                  </a:cubicBezTo>
                  <a:cubicBezTo>
                    <a:pt x="18888" y="19122"/>
                    <a:pt x="18888" y="19090"/>
                    <a:pt x="18918" y="19062"/>
                  </a:cubicBezTo>
                  <a:cubicBezTo>
                    <a:pt x="18980" y="18911"/>
                    <a:pt x="19074" y="18707"/>
                    <a:pt x="19104" y="18496"/>
                  </a:cubicBezTo>
                  <a:cubicBezTo>
                    <a:pt x="18146" y="18815"/>
                    <a:pt x="16949" y="18963"/>
                    <a:pt x="15696" y="18963"/>
                  </a:cubicBezTo>
                  <a:cubicBezTo>
                    <a:pt x="12507" y="18963"/>
                    <a:pt x="8939" y="18005"/>
                    <a:pt x="7967" y="16450"/>
                  </a:cubicBezTo>
                  <a:cubicBezTo>
                    <a:pt x="6578" y="14165"/>
                    <a:pt x="10278" y="6867"/>
                    <a:pt x="10403" y="6659"/>
                  </a:cubicBezTo>
                  <a:cubicBezTo>
                    <a:pt x="10497" y="6452"/>
                    <a:pt x="9353" y="4047"/>
                    <a:pt x="9167" y="2922"/>
                  </a:cubicBezTo>
                  <a:cubicBezTo>
                    <a:pt x="9078" y="2089"/>
                    <a:pt x="9785" y="693"/>
                    <a:pt x="10157" y="74"/>
                  </a:cubicBezTo>
                  <a:cubicBezTo>
                    <a:pt x="9847" y="43"/>
                    <a:pt x="9572" y="43"/>
                    <a:pt x="9291" y="14"/>
                  </a:cubicBezTo>
                  <a:cubicBezTo>
                    <a:pt x="9055" y="6"/>
                    <a:pt x="8821" y="0"/>
                    <a:pt x="8588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43" name="Google Shape;675;p36"/>
            <p:cNvSpPr/>
            <p:nvPr/>
          </p:nvSpPr>
          <p:spPr>
            <a:xfrm>
              <a:off x="433803" y="320417"/>
              <a:ext cx="515656" cy="6123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082" h="21600" fill="norm" stroke="1" extrusionOk="0">
                  <a:moveTo>
                    <a:pt x="8662" y="0"/>
                  </a:moveTo>
                  <a:cubicBezTo>
                    <a:pt x="7183" y="0"/>
                    <a:pt x="5830" y="171"/>
                    <a:pt x="5079" y="608"/>
                  </a:cubicBezTo>
                  <a:cubicBezTo>
                    <a:pt x="4205" y="2177"/>
                    <a:pt x="6727" y="5531"/>
                    <a:pt x="6727" y="5531"/>
                  </a:cubicBezTo>
                  <a:cubicBezTo>
                    <a:pt x="3209" y="8111"/>
                    <a:pt x="-2518" y="17283"/>
                    <a:pt x="1218" y="20071"/>
                  </a:cubicBezTo>
                  <a:cubicBezTo>
                    <a:pt x="2780" y="21245"/>
                    <a:pt x="5538" y="21600"/>
                    <a:pt x="8275" y="21600"/>
                  </a:cubicBezTo>
                  <a:cubicBezTo>
                    <a:pt x="12034" y="21600"/>
                    <a:pt x="15749" y="20932"/>
                    <a:pt x="16253" y="20810"/>
                  </a:cubicBezTo>
                  <a:cubicBezTo>
                    <a:pt x="16876" y="20665"/>
                    <a:pt x="18369" y="20335"/>
                    <a:pt x="19052" y="19122"/>
                  </a:cubicBezTo>
                  <a:cubicBezTo>
                    <a:pt x="19052" y="19122"/>
                    <a:pt x="19052" y="19090"/>
                    <a:pt x="19082" y="19062"/>
                  </a:cubicBezTo>
                  <a:cubicBezTo>
                    <a:pt x="17031" y="19906"/>
                    <a:pt x="15039" y="20125"/>
                    <a:pt x="13161" y="20125"/>
                  </a:cubicBezTo>
                  <a:cubicBezTo>
                    <a:pt x="11733" y="20125"/>
                    <a:pt x="10370" y="19997"/>
                    <a:pt x="9094" y="19920"/>
                  </a:cubicBezTo>
                  <a:cubicBezTo>
                    <a:pt x="6044" y="19716"/>
                    <a:pt x="4175" y="18616"/>
                    <a:pt x="4518" y="15026"/>
                  </a:cubicBezTo>
                  <a:cubicBezTo>
                    <a:pt x="4828" y="11437"/>
                    <a:pt x="8719" y="5949"/>
                    <a:pt x="8719" y="5949"/>
                  </a:cubicBezTo>
                  <a:cubicBezTo>
                    <a:pt x="8719" y="5949"/>
                    <a:pt x="7568" y="2683"/>
                    <a:pt x="7631" y="1822"/>
                  </a:cubicBezTo>
                  <a:cubicBezTo>
                    <a:pt x="7660" y="1259"/>
                    <a:pt x="8689" y="458"/>
                    <a:pt x="9372" y="14"/>
                  </a:cubicBezTo>
                  <a:cubicBezTo>
                    <a:pt x="9133" y="6"/>
                    <a:pt x="8898" y="0"/>
                    <a:pt x="8662" y="0"/>
                  </a:cubicBezTo>
                  <a:close/>
                </a:path>
              </a:pathLst>
            </a:custGeom>
            <a:solidFill>
              <a:srgbClr val="A3137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44" name="Google Shape;676;p36"/>
            <p:cNvSpPr/>
            <p:nvPr/>
          </p:nvSpPr>
          <p:spPr>
            <a:xfrm>
              <a:off x="627359" y="480504"/>
              <a:ext cx="60586" cy="218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901" y="0"/>
                  </a:moveTo>
                  <a:cubicBezTo>
                    <a:pt x="1293" y="0"/>
                    <a:pt x="0" y="4623"/>
                    <a:pt x="0" y="9246"/>
                  </a:cubicBezTo>
                  <a:cubicBezTo>
                    <a:pt x="0" y="14187"/>
                    <a:pt x="1494" y="17535"/>
                    <a:pt x="3303" y="18412"/>
                  </a:cubicBezTo>
                  <a:cubicBezTo>
                    <a:pt x="5687" y="18412"/>
                    <a:pt x="8100" y="19209"/>
                    <a:pt x="10484" y="20086"/>
                  </a:cubicBezTo>
                  <a:cubicBezTo>
                    <a:pt x="12351" y="20644"/>
                    <a:pt x="14362" y="21600"/>
                    <a:pt x="16430" y="21600"/>
                  </a:cubicBezTo>
                  <a:cubicBezTo>
                    <a:pt x="17349" y="21600"/>
                    <a:pt x="18268" y="21361"/>
                    <a:pt x="19216" y="20883"/>
                  </a:cubicBezTo>
                  <a:cubicBezTo>
                    <a:pt x="20394" y="20086"/>
                    <a:pt x="21600" y="15064"/>
                    <a:pt x="21600" y="10920"/>
                  </a:cubicBezTo>
                  <a:cubicBezTo>
                    <a:pt x="21600" y="6775"/>
                    <a:pt x="20394" y="3427"/>
                    <a:pt x="18900" y="1754"/>
                  </a:cubicBezTo>
                  <a:cubicBezTo>
                    <a:pt x="17694" y="80"/>
                    <a:pt x="16200" y="877"/>
                    <a:pt x="14706" y="80"/>
                  </a:cubicBezTo>
                  <a:lnTo>
                    <a:pt x="10800" y="80"/>
                  </a:lnTo>
                  <a:cubicBezTo>
                    <a:pt x="9996" y="399"/>
                    <a:pt x="9163" y="478"/>
                    <a:pt x="8330" y="478"/>
                  </a:cubicBezTo>
                  <a:cubicBezTo>
                    <a:pt x="6635" y="478"/>
                    <a:pt x="4912" y="80"/>
                    <a:pt x="3303" y="80"/>
                  </a:cubicBezTo>
                  <a:cubicBezTo>
                    <a:pt x="3160" y="0"/>
                    <a:pt x="3016" y="0"/>
                    <a:pt x="2901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45" name="Google Shape;677;p36"/>
            <p:cNvSpPr/>
            <p:nvPr/>
          </p:nvSpPr>
          <p:spPr>
            <a:xfrm>
              <a:off x="713320" y="484774"/>
              <a:ext cx="64013" cy="238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03" h="21600" fill="norm" stroke="1" extrusionOk="0">
                  <a:moveTo>
                    <a:pt x="2986" y="0"/>
                  </a:moveTo>
                  <a:cubicBezTo>
                    <a:pt x="1912" y="0"/>
                    <a:pt x="865" y="1751"/>
                    <a:pt x="211" y="5327"/>
                  </a:cubicBezTo>
                  <a:cubicBezTo>
                    <a:pt x="-601" y="11457"/>
                    <a:pt x="1048" y="16054"/>
                    <a:pt x="3248" y="16784"/>
                  </a:cubicBezTo>
                  <a:cubicBezTo>
                    <a:pt x="4321" y="17586"/>
                    <a:pt x="5421" y="18316"/>
                    <a:pt x="6782" y="19776"/>
                  </a:cubicBezTo>
                  <a:cubicBezTo>
                    <a:pt x="8144" y="20578"/>
                    <a:pt x="9505" y="21308"/>
                    <a:pt x="11155" y="21308"/>
                  </a:cubicBezTo>
                  <a:cubicBezTo>
                    <a:pt x="11757" y="21527"/>
                    <a:pt x="12359" y="21600"/>
                    <a:pt x="12987" y="21600"/>
                  </a:cubicBezTo>
                  <a:cubicBezTo>
                    <a:pt x="15265" y="21600"/>
                    <a:pt x="17700" y="20359"/>
                    <a:pt x="19638" y="16784"/>
                  </a:cubicBezTo>
                  <a:cubicBezTo>
                    <a:pt x="20449" y="15251"/>
                    <a:pt x="20999" y="12989"/>
                    <a:pt x="20737" y="10654"/>
                  </a:cubicBezTo>
                  <a:cubicBezTo>
                    <a:pt x="20737" y="4889"/>
                    <a:pt x="19062" y="3576"/>
                    <a:pt x="17150" y="3576"/>
                  </a:cubicBezTo>
                  <a:cubicBezTo>
                    <a:pt x="15501" y="3576"/>
                    <a:pt x="13668" y="4597"/>
                    <a:pt x="12516" y="4597"/>
                  </a:cubicBezTo>
                  <a:cubicBezTo>
                    <a:pt x="12071" y="4816"/>
                    <a:pt x="11626" y="4889"/>
                    <a:pt x="11155" y="4889"/>
                  </a:cubicBezTo>
                  <a:cubicBezTo>
                    <a:pt x="10238" y="4889"/>
                    <a:pt x="9348" y="4597"/>
                    <a:pt x="8406" y="4597"/>
                  </a:cubicBezTo>
                  <a:cubicBezTo>
                    <a:pt x="7882" y="4597"/>
                    <a:pt x="7332" y="4597"/>
                    <a:pt x="6520" y="3868"/>
                  </a:cubicBezTo>
                  <a:cubicBezTo>
                    <a:pt x="6232" y="3868"/>
                    <a:pt x="5971" y="3065"/>
                    <a:pt x="5683" y="3065"/>
                  </a:cubicBezTo>
                  <a:cubicBezTo>
                    <a:pt x="5421" y="3065"/>
                    <a:pt x="5421" y="2335"/>
                    <a:pt x="5133" y="2335"/>
                  </a:cubicBezTo>
                  <a:cubicBezTo>
                    <a:pt x="4478" y="803"/>
                    <a:pt x="3719" y="0"/>
                    <a:pt x="2986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46" name="Google Shape;678;p36"/>
            <p:cNvSpPr/>
            <p:nvPr/>
          </p:nvSpPr>
          <p:spPr>
            <a:xfrm>
              <a:off x="616402" y="572351"/>
              <a:ext cx="158825" cy="2572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991" h="21600" fill="norm" stroke="1" extrusionOk="0">
                  <a:moveTo>
                    <a:pt x="6673" y="4729"/>
                  </a:moveTo>
                  <a:cubicBezTo>
                    <a:pt x="6673" y="5642"/>
                    <a:pt x="6774" y="6562"/>
                    <a:pt x="6774" y="7617"/>
                  </a:cubicBezTo>
                  <a:cubicBezTo>
                    <a:pt x="5720" y="7265"/>
                    <a:pt x="5081" y="6846"/>
                    <a:pt x="5405" y="6136"/>
                  </a:cubicBezTo>
                  <a:cubicBezTo>
                    <a:pt x="5618" y="5500"/>
                    <a:pt x="6044" y="5074"/>
                    <a:pt x="6673" y="4729"/>
                  </a:cubicBezTo>
                  <a:close/>
                  <a:moveTo>
                    <a:pt x="9005" y="4228"/>
                  </a:moveTo>
                  <a:cubicBezTo>
                    <a:pt x="9533" y="4228"/>
                    <a:pt x="10060" y="4228"/>
                    <a:pt x="10587" y="4302"/>
                  </a:cubicBezTo>
                  <a:cubicBezTo>
                    <a:pt x="10800" y="4302"/>
                    <a:pt x="11013" y="4370"/>
                    <a:pt x="11226" y="4370"/>
                  </a:cubicBezTo>
                  <a:cubicBezTo>
                    <a:pt x="11226" y="5642"/>
                    <a:pt x="11338" y="7056"/>
                    <a:pt x="11338" y="8605"/>
                  </a:cubicBezTo>
                  <a:cubicBezTo>
                    <a:pt x="10486" y="8395"/>
                    <a:pt x="9746" y="8260"/>
                    <a:pt x="9005" y="8118"/>
                  </a:cubicBezTo>
                  <a:lnTo>
                    <a:pt x="9005" y="4228"/>
                  </a:lnTo>
                  <a:close/>
                  <a:moveTo>
                    <a:pt x="13559" y="12562"/>
                  </a:moveTo>
                  <a:cubicBezTo>
                    <a:pt x="15354" y="13766"/>
                    <a:pt x="15252" y="15458"/>
                    <a:pt x="13559" y="16236"/>
                  </a:cubicBezTo>
                  <a:lnTo>
                    <a:pt x="13559" y="12562"/>
                  </a:lnTo>
                  <a:close/>
                  <a:moveTo>
                    <a:pt x="9005" y="11290"/>
                  </a:moveTo>
                  <a:cubicBezTo>
                    <a:pt x="9857" y="11433"/>
                    <a:pt x="10699" y="11507"/>
                    <a:pt x="11439" y="11717"/>
                  </a:cubicBezTo>
                  <a:cubicBezTo>
                    <a:pt x="11551" y="13482"/>
                    <a:pt x="11551" y="15180"/>
                    <a:pt x="11652" y="16729"/>
                  </a:cubicBezTo>
                  <a:cubicBezTo>
                    <a:pt x="11419" y="16750"/>
                    <a:pt x="11176" y="16756"/>
                    <a:pt x="10942" y="16756"/>
                  </a:cubicBezTo>
                  <a:cubicBezTo>
                    <a:pt x="10243" y="16756"/>
                    <a:pt x="9563" y="16675"/>
                    <a:pt x="9005" y="16520"/>
                  </a:cubicBezTo>
                  <a:lnTo>
                    <a:pt x="9005" y="11290"/>
                  </a:lnTo>
                  <a:close/>
                  <a:moveTo>
                    <a:pt x="7322" y="0"/>
                  </a:moveTo>
                  <a:cubicBezTo>
                    <a:pt x="6977" y="0"/>
                    <a:pt x="6714" y="20"/>
                    <a:pt x="6673" y="68"/>
                  </a:cubicBezTo>
                  <a:lnTo>
                    <a:pt x="6673" y="1901"/>
                  </a:lnTo>
                  <a:cubicBezTo>
                    <a:pt x="3925" y="2469"/>
                    <a:pt x="2120" y="3734"/>
                    <a:pt x="1278" y="4796"/>
                  </a:cubicBezTo>
                  <a:cubicBezTo>
                    <a:pt x="-101" y="6420"/>
                    <a:pt x="751" y="8395"/>
                    <a:pt x="3600" y="9735"/>
                  </a:cubicBezTo>
                  <a:cubicBezTo>
                    <a:pt x="4777" y="10303"/>
                    <a:pt x="5933" y="10655"/>
                    <a:pt x="6886" y="10864"/>
                  </a:cubicBezTo>
                  <a:cubicBezTo>
                    <a:pt x="6886" y="12562"/>
                    <a:pt x="6987" y="14253"/>
                    <a:pt x="6987" y="15809"/>
                  </a:cubicBezTo>
                  <a:cubicBezTo>
                    <a:pt x="5720" y="15106"/>
                    <a:pt x="4777" y="14118"/>
                    <a:pt x="4138" y="12921"/>
                  </a:cubicBezTo>
                  <a:cubicBezTo>
                    <a:pt x="3073" y="13124"/>
                    <a:pt x="0" y="14395"/>
                    <a:pt x="0" y="14395"/>
                  </a:cubicBezTo>
                  <a:cubicBezTo>
                    <a:pt x="0" y="14395"/>
                    <a:pt x="1481" y="18637"/>
                    <a:pt x="6987" y="19483"/>
                  </a:cubicBezTo>
                  <a:cubicBezTo>
                    <a:pt x="7099" y="19483"/>
                    <a:pt x="7099" y="19483"/>
                    <a:pt x="7200" y="19557"/>
                  </a:cubicBezTo>
                  <a:lnTo>
                    <a:pt x="7200" y="21600"/>
                  </a:lnTo>
                  <a:lnTo>
                    <a:pt x="9005" y="21600"/>
                  </a:lnTo>
                  <a:lnTo>
                    <a:pt x="9005" y="19767"/>
                  </a:lnTo>
                  <a:cubicBezTo>
                    <a:pt x="9857" y="19841"/>
                    <a:pt x="10800" y="19841"/>
                    <a:pt x="11764" y="19841"/>
                  </a:cubicBezTo>
                  <a:lnTo>
                    <a:pt x="11764" y="21600"/>
                  </a:lnTo>
                  <a:lnTo>
                    <a:pt x="13559" y="21600"/>
                  </a:lnTo>
                  <a:lnTo>
                    <a:pt x="13559" y="19625"/>
                  </a:lnTo>
                  <a:cubicBezTo>
                    <a:pt x="14613" y="19415"/>
                    <a:pt x="15668" y="19131"/>
                    <a:pt x="16631" y="18569"/>
                  </a:cubicBezTo>
                  <a:cubicBezTo>
                    <a:pt x="19694" y="16939"/>
                    <a:pt x="21499" y="13482"/>
                    <a:pt x="18325" y="11081"/>
                  </a:cubicBezTo>
                  <a:cubicBezTo>
                    <a:pt x="16844" y="10093"/>
                    <a:pt x="16631" y="9809"/>
                    <a:pt x="13559" y="9031"/>
                  </a:cubicBezTo>
                  <a:lnTo>
                    <a:pt x="13559" y="5216"/>
                  </a:lnTo>
                  <a:cubicBezTo>
                    <a:pt x="14512" y="5994"/>
                    <a:pt x="14400" y="6846"/>
                    <a:pt x="14400" y="6846"/>
                  </a:cubicBezTo>
                  <a:lnTo>
                    <a:pt x="19167" y="6278"/>
                  </a:lnTo>
                  <a:cubicBezTo>
                    <a:pt x="19167" y="6278"/>
                    <a:pt x="18538" y="3173"/>
                    <a:pt x="13559" y="2043"/>
                  </a:cubicBezTo>
                  <a:lnTo>
                    <a:pt x="13559" y="68"/>
                  </a:lnTo>
                  <a:cubicBezTo>
                    <a:pt x="13559" y="68"/>
                    <a:pt x="12565" y="0"/>
                    <a:pt x="11875" y="0"/>
                  </a:cubicBezTo>
                  <a:cubicBezTo>
                    <a:pt x="11531" y="0"/>
                    <a:pt x="11267" y="20"/>
                    <a:pt x="11226" y="68"/>
                  </a:cubicBezTo>
                  <a:lnTo>
                    <a:pt x="11226" y="1684"/>
                  </a:lnTo>
                  <a:cubicBezTo>
                    <a:pt x="10374" y="1617"/>
                    <a:pt x="9644" y="1617"/>
                    <a:pt x="9005" y="1617"/>
                  </a:cubicBezTo>
                  <a:lnTo>
                    <a:pt x="9005" y="68"/>
                  </a:lnTo>
                  <a:cubicBezTo>
                    <a:pt x="9005" y="68"/>
                    <a:pt x="8012" y="0"/>
                    <a:pt x="7322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47" name="Google Shape;679;p36"/>
            <p:cNvSpPr/>
            <p:nvPr/>
          </p:nvSpPr>
          <p:spPr>
            <a:xfrm>
              <a:off x="449546" y="728652"/>
              <a:ext cx="91693" cy="1600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983" h="21600" fill="norm" stroke="1" extrusionOk="0">
                  <a:moveTo>
                    <a:pt x="6890" y="0"/>
                  </a:moveTo>
                  <a:cubicBezTo>
                    <a:pt x="6006" y="0"/>
                    <a:pt x="5089" y="272"/>
                    <a:pt x="4438" y="913"/>
                  </a:cubicBezTo>
                  <a:cubicBezTo>
                    <a:pt x="419" y="4772"/>
                    <a:pt x="-1316" y="9088"/>
                    <a:pt x="1119" y="13512"/>
                  </a:cubicBezTo>
                  <a:cubicBezTo>
                    <a:pt x="3388" y="17708"/>
                    <a:pt x="8425" y="20774"/>
                    <a:pt x="15230" y="21567"/>
                  </a:cubicBezTo>
                  <a:cubicBezTo>
                    <a:pt x="15414" y="21589"/>
                    <a:pt x="15597" y="21600"/>
                    <a:pt x="15764" y="21600"/>
                  </a:cubicBezTo>
                  <a:cubicBezTo>
                    <a:pt x="18166" y="21600"/>
                    <a:pt x="20284" y="19545"/>
                    <a:pt x="18016" y="18284"/>
                  </a:cubicBezTo>
                  <a:cubicBezTo>
                    <a:pt x="10877" y="14654"/>
                    <a:pt x="5122" y="8860"/>
                    <a:pt x="9476" y="2848"/>
                  </a:cubicBezTo>
                  <a:cubicBezTo>
                    <a:pt x="10677" y="1294"/>
                    <a:pt x="8842" y="0"/>
                    <a:pt x="6890" y="0"/>
                  </a:cubicBezTo>
                  <a:close/>
                </a:path>
              </a:pathLst>
            </a:custGeom>
            <a:solidFill>
              <a:srgbClr val="BE1F8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</a:p>
          </p:txBody>
        </p:sp>
      </p:grpSp>
      <p:sp>
        <p:nvSpPr>
          <p:cNvPr id="749" name="Google Shape;680;p36"/>
          <p:cNvSpPr/>
          <p:nvPr/>
        </p:nvSpPr>
        <p:spPr>
          <a:xfrm>
            <a:off x="512974" y="2065727"/>
            <a:ext cx="3549302" cy="97201"/>
          </a:xfrm>
          <a:prstGeom prst="rect">
            <a:avLst/>
          </a:prstGeom>
          <a:solidFill>
            <a:srgbClr val="BE1F8E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The House Of Money Series by Slidesgo">
  <a:themeElements>
    <a:clrScheme name="The House Of Money Series by Slidesgo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820C73"/>
      </a:accent1>
      <a:accent2>
        <a:srgbClr val="DBDBDB"/>
      </a:accent2>
      <a:accent3>
        <a:srgbClr val="C6C6C6"/>
      </a:accent3>
      <a:accent4>
        <a:srgbClr val="A3A3A3"/>
      </a:accent4>
      <a:accent5>
        <a:srgbClr val="303030"/>
      </a:accent5>
      <a:accent6>
        <a:srgbClr val="141414"/>
      </a:accent6>
      <a:hlink>
        <a:srgbClr val="0000FF"/>
      </a:hlink>
      <a:folHlink>
        <a:srgbClr val="FF00FF"/>
      </a:folHlink>
    </a:clrScheme>
    <a:fontScheme name="The House Of Money Series by Slidesgo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The House Of Money Series by Slidesg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The House Of Money Series by Slidesgo">
  <a:themeElements>
    <a:clrScheme name="The House Of Money Series by Slidesgo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820C73"/>
      </a:accent1>
      <a:accent2>
        <a:srgbClr val="DBDBDB"/>
      </a:accent2>
      <a:accent3>
        <a:srgbClr val="C6C6C6"/>
      </a:accent3>
      <a:accent4>
        <a:srgbClr val="A3A3A3"/>
      </a:accent4>
      <a:accent5>
        <a:srgbClr val="303030"/>
      </a:accent5>
      <a:accent6>
        <a:srgbClr val="141414"/>
      </a:accent6>
      <a:hlink>
        <a:srgbClr val="0000FF"/>
      </a:hlink>
      <a:folHlink>
        <a:srgbClr val="FF00FF"/>
      </a:folHlink>
    </a:clrScheme>
    <a:fontScheme name="The House Of Money Series by Slidesgo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The House Of Money Series by Slidesg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